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data6.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8.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diagrams/data7.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ata9.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66"/>
    <a:srgbClr val="DAC2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50A55F-734A-4596-AFC2-68248E92033F}" v="268" dt="2026-09-02T16:28:56.7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thak Tomar" userId="3726efab4dd1c908" providerId="LiveId" clId="{3D4677A6-4196-4084-A350-1E4005305711}"/>
    <pc:docChg chg="undo custSel addSld modSld modMainMaster">
      <pc:chgData name="Sarthak Tomar" userId="3726efab4dd1c908" providerId="LiveId" clId="{3D4677A6-4196-4084-A350-1E4005305711}" dt="2026-09-03T05:48:57.240" v="3049" actId="403"/>
      <pc:docMkLst>
        <pc:docMk/>
      </pc:docMkLst>
      <pc:sldChg chg="addSp delSp modSp mod setBg">
        <pc:chgData name="Sarthak Tomar" userId="3726efab4dd1c908" providerId="LiveId" clId="{3D4677A6-4196-4084-A350-1E4005305711}" dt="2026-09-02T15:22:39.971" v="1546"/>
        <pc:sldMkLst>
          <pc:docMk/>
          <pc:sldMk cId="2636291552" sldId="256"/>
        </pc:sldMkLst>
        <pc:spChg chg="mod">
          <ac:chgData name="Sarthak Tomar" userId="3726efab4dd1c908" providerId="LiveId" clId="{3D4677A6-4196-4084-A350-1E4005305711}" dt="2026-09-02T14:35:48.421" v="28" actId="207"/>
          <ac:spMkLst>
            <pc:docMk/>
            <pc:sldMk cId="2636291552" sldId="256"/>
            <ac:spMk id="5" creationId="{D09D12D4-7D46-3776-9E0C-63002D88BB10}"/>
          </ac:spMkLst>
        </pc:spChg>
        <pc:spChg chg="mod">
          <ac:chgData name="Sarthak Tomar" userId="3726efab4dd1c908" providerId="LiveId" clId="{3D4677A6-4196-4084-A350-1E4005305711}" dt="2026-09-02T15:22:34.553" v="1545"/>
          <ac:spMkLst>
            <pc:docMk/>
            <pc:sldMk cId="2636291552" sldId="256"/>
            <ac:spMk id="11" creationId="{525F833A-1B97-E441-534D-ED68DCD9C9FB}"/>
          </ac:spMkLst>
        </pc:spChg>
        <pc:spChg chg="mod">
          <ac:chgData name="Sarthak Tomar" userId="3726efab4dd1c908" providerId="LiveId" clId="{3D4677A6-4196-4084-A350-1E4005305711}" dt="2026-09-02T15:22:39.971" v="1546"/>
          <ac:spMkLst>
            <pc:docMk/>
            <pc:sldMk cId="2636291552" sldId="256"/>
            <ac:spMk id="12" creationId="{505D4C52-F56E-7609-8661-59F9546B0ECF}"/>
          </ac:spMkLst>
        </pc:spChg>
        <pc:spChg chg="mod">
          <ac:chgData name="Sarthak Tomar" userId="3726efab4dd1c908" providerId="LiveId" clId="{3D4677A6-4196-4084-A350-1E4005305711}" dt="2026-09-02T14:34:54.718" v="6" actId="164"/>
          <ac:spMkLst>
            <pc:docMk/>
            <pc:sldMk cId="2636291552" sldId="256"/>
            <ac:spMk id="18" creationId="{15041A50-B317-5B80-ECE7-607643C5D29E}"/>
          </ac:spMkLst>
        </pc:spChg>
        <pc:spChg chg="mod">
          <ac:chgData name="Sarthak Tomar" userId="3726efab4dd1c908" providerId="LiveId" clId="{3D4677A6-4196-4084-A350-1E4005305711}" dt="2026-09-02T14:34:54.718" v="6" actId="164"/>
          <ac:spMkLst>
            <pc:docMk/>
            <pc:sldMk cId="2636291552" sldId="256"/>
            <ac:spMk id="23" creationId="{7985E76F-13D0-F501-F199-0E9CF9ABADE7}"/>
          </ac:spMkLst>
        </pc:spChg>
        <pc:spChg chg="mod">
          <ac:chgData name="Sarthak Tomar" userId="3726efab4dd1c908" providerId="LiveId" clId="{3D4677A6-4196-4084-A350-1E4005305711}" dt="2026-09-02T14:58:21.159" v="1015" actId="207"/>
          <ac:spMkLst>
            <pc:docMk/>
            <pc:sldMk cId="2636291552" sldId="256"/>
            <ac:spMk id="24" creationId="{4D3ADF58-0F51-29B4-236D-A15F8E9C4580}"/>
          </ac:spMkLst>
        </pc:spChg>
        <pc:spChg chg="mod">
          <ac:chgData name="Sarthak Tomar" userId="3726efab4dd1c908" providerId="LiveId" clId="{3D4677A6-4196-4084-A350-1E4005305711}" dt="2026-09-02T14:58:21.159" v="1015" actId="207"/>
          <ac:spMkLst>
            <pc:docMk/>
            <pc:sldMk cId="2636291552" sldId="256"/>
            <ac:spMk id="25" creationId="{3E3D91D7-B767-2EA2-CBAC-899A439FA77F}"/>
          </ac:spMkLst>
        </pc:spChg>
        <pc:spChg chg="mod">
          <ac:chgData name="Sarthak Tomar" userId="3726efab4dd1c908" providerId="LiveId" clId="{3D4677A6-4196-4084-A350-1E4005305711}" dt="2026-09-02T14:58:21.159" v="1015" actId="207"/>
          <ac:spMkLst>
            <pc:docMk/>
            <pc:sldMk cId="2636291552" sldId="256"/>
            <ac:spMk id="26" creationId="{10254FAE-52CF-AD25-A91C-CEBD851559B3}"/>
          </ac:spMkLst>
        </pc:spChg>
        <pc:spChg chg="add del mod">
          <ac:chgData name="Sarthak Tomar" userId="3726efab4dd1c908" providerId="LiveId" clId="{3D4677A6-4196-4084-A350-1E4005305711}" dt="2026-09-02T14:34:52.731" v="5"/>
          <ac:spMkLst>
            <pc:docMk/>
            <pc:sldMk cId="2636291552" sldId="256"/>
            <ac:spMk id="27" creationId="{F87231D6-429F-A1BC-0CBD-5D25097D97B3}"/>
          </ac:spMkLst>
        </pc:spChg>
        <pc:grpChg chg="add mod">
          <ac:chgData name="Sarthak Tomar" userId="3726efab4dd1c908" providerId="LiveId" clId="{3D4677A6-4196-4084-A350-1E4005305711}" dt="2026-09-02T14:34:54.718" v="6" actId="164"/>
          <ac:grpSpMkLst>
            <pc:docMk/>
            <pc:sldMk cId="2636291552" sldId="256"/>
            <ac:grpSpMk id="28" creationId="{875A2D40-05E6-C3C3-7D1E-9E7AF50988F7}"/>
          </ac:grpSpMkLst>
        </pc:grpChg>
      </pc:sldChg>
      <pc:sldChg chg="addSp modSp new mod">
        <pc:chgData name="Sarthak Tomar" userId="3726efab4dd1c908" providerId="LiveId" clId="{3D4677A6-4196-4084-A350-1E4005305711}" dt="2026-09-02T14:44:35.378" v="926" actId="1076"/>
        <pc:sldMkLst>
          <pc:docMk/>
          <pc:sldMk cId="1829862512" sldId="257"/>
        </pc:sldMkLst>
        <pc:spChg chg="mod">
          <ac:chgData name="Sarthak Tomar" userId="3726efab4dd1c908" providerId="LiveId" clId="{3D4677A6-4196-4084-A350-1E4005305711}" dt="2026-09-02T14:34:13.662" v="2"/>
          <ac:spMkLst>
            <pc:docMk/>
            <pc:sldMk cId="1829862512" sldId="257"/>
            <ac:spMk id="3" creationId="{469FDCCA-618E-078F-AAF5-4400F222C2A0}"/>
          </ac:spMkLst>
        </pc:spChg>
        <pc:spChg chg="mod">
          <ac:chgData name="Sarthak Tomar" userId="3726efab4dd1c908" providerId="LiveId" clId="{3D4677A6-4196-4084-A350-1E4005305711}" dt="2026-09-02T14:35:54.485" v="29" actId="207"/>
          <ac:spMkLst>
            <pc:docMk/>
            <pc:sldMk cId="1829862512" sldId="257"/>
            <ac:spMk id="4" creationId="{8FED6FD4-EF03-82FA-88B5-752DBC000C86}"/>
          </ac:spMkLst>
        </pc:spChg>
        <pc:spChg chg="mod">
          <ac:chgData name="Sarthak Tomar" userId="3726efab4dd1c908" providerId="LiveId" clId="{3D4677A6-4196-4084-A350-1E4005305711}" dt="2026-09-02T14:44:14.910" v="924" actId="122"/>
          <ac:spMkLst>
            <pc:docMk/>
            <pc:sldMk cId="1829862512" sldId="257"/>
            <ac:spMk id="6" creationId="{F13DD962-F791-C996-B0BD-7A925EF1D813}"/>
          </ac:spMkLst>
        </pc:spChg>
        <pc:spChg chg="mod">
          <ac:chgData name="Sarthak Tomar" userId="3726efab4dd1c908" providerId="LiveId" clId="{3D4677A6-4196-4084-A350-1E4005305711}" dt="2026-09-02T14:44:17.304" v="925" actId="122"/>
          <ac:spMkLst>
            <pc:docMk/>
            <pc:sldMk cId="1829862512" sldId="257"/>
            <ac:spMk id="7" creationId="{DE812B70-C28E-EEE5-D9B9-BCDF19795519}"/>
          </ac:spMkLst>
        </pc:spChg>
        <pc:spChg chg="add mod">
          <ac:chgData name="Sarthak Tomar" userId="3726efab4dd1c908" providerId="LiveId" clId="{3D4677A6-4196-4084-A350-1E4005305711}" dt="2026-09-02T14:44:35.378" v="926" actId="1076"/>
          <ac:spMkLst>
            <pc:docMk/>
            <pc:sldMk cId="1829862512" sldId="257"/>
            <ac:spMk id="8" creationId="{5C0FEC19-80D3-196E-516C-4491607F3F91}"/>
          </ac:spMkLst>
        </pc:spChg>
        <pc:grpChg chg="add mod">
          <ac:chgData name="Sarthak Tomar" userId="3726efab4dd1c908" providerId="LiveId" clId="{3D4677A6-4196-4084-A350-1E4005305711}" dt="2026-09-02T14:34:13.662" v="2"/>
          <ac:grpSpMkLst>
            <pc:docMk/>
            <pc:sldMk cId="1829862512" sldId="257"/>
            <ac:grpSpMk id="2" creationId="{6DC5509F-709A-25CB-F4E6-A256652A637F}"/>
          </ac:grpSpMkLst>
        </pc:grpChg>
        <pc:grpChg chg="add mod">
          <ac:chgData name="Sarthak Tomar" userId="3726efab4dd1c908" providerId="LiveId" clId="{3D4677A6-4196-4084-A350-1E4005305711}" dt="2026-09-02T14:44:35.378" v="926" actId="1076"/>
          <ac:grpSpMkLst>
            <pc:docMk/>
            <pc:sldMk cId="1829862512" sldId="257"/>
            <ac:grpSpMk id="5" creationId="{CC87A884-36E6-1D3C-F37E-8467474B3686}"/>
          </ac:grpSpMkLst>
        </pc:grpChg>
      </pc:sldChg>
      <pc:sldChg chg="addSp delSp modSp new mod">
        <pc:chgData name="Sarthak Tomar" userId="3726efab4dd1c908" providerId="LiveId" clId="{3D4677A6-4196-4084-A350-1E4005305711}" dt="2026-09-02T15:03:49.888" v="1136" actId="1076"/>
        <pc:sldMkLst>
          <pc:docMk/>
          <pc:sldMk cId="2675058655" sldId="258"/>
        </pc:sldMkLst>
        <pc:spChg chg="mod">
          <ac:chgData name="Sarthak Tomar" userId="3726efab4dd1c908" providerId="LiveId" clId="{3D4677A6-4196-4084-A350-1E4005305711}" dt="2026-09-02T14:44:47.053" v="928"/>
          <ac:spMkLst>
            <pc:docMk/>
            <pc:sldMk cId="2675058655" sldId="258"/>
            <ac:spMk id="3" creationId="{DBEF6711-BFE8-5977-9810-586E53E2916F}"/>
          </ac:spMkLst>
        </pc:spChg>
        <pc:spChg chg="mod">
          <ac:chgData name="Sarthak Tomar" userId="3726efab4dd1c908" providerId="LiveId" clId="{3D4677A6-4196-4084-A350-1E4005305711}" dt="2026-09-02T14:44:47.053" v="928"/>
          <ac:spMkLst>
            <pc:docMk/>
            <pc:sldMk cId="2675058655" sldId="258"/>
            <ac:spMk id="4" creationId="{B2FFB988-56C7-27D8-93ED-C4FA71B79BE8}"/>
          </ac:spMkLst>
        </pc:spChg>
        <pc:spChg chg="mod">
          <ac:chgData name="Sarthak Tomar" userId="3726efab4dd1c908" providerId="LiveId" clId="{3D4677A6-4196-4084-A350-1E4005305711}" dt="2026-09-02T14:45:06.864" v="966" actId="20577"/>
          <ac:spMkLst>
            <pc:docMk/>
            <pc:sldMk cId="2675058655" sldId="258"/>
            <ac:spMk id="6" creationId="{8CEBBA9C-F8B0-54FE-9802-6DE69B68F20A}"/>
          </ac:spMkLst>
        </pc:spChg>
        <pc:spChg chg="mod">
          <ac:chgData name="Sarthak Tomar" userId="3726efab4dd1c908" providerId="LiveId" clId="{3D4677A6-4196-4084-A350-1E4005305711}" dt="2026-09-02T14:44:54.667" v="929"/>
          <ac:spMkLst>
            <pc:docMk/>
            <pc:sldMk cId="2675058655" sldId="258"/>
            <ac:spMk id="7" creationId="{84F02C7D-0ED8-CAA8-1C65-6346B9277D30}"/>
          </ac:spMkLst>
        </pc:spChg>
        <pc:spChg chg="add mod">
          <ac:chgData name="Sarthak Tomar" userId="3726efab4dd1c908" providerId="LiveId" clId="{3D4677A6-4196-4084-A350-1E4005305711}" dt="2026-09-02T14:57:33.172" v="1009" actId="108"/>
          <ac:spMkLst>
            <pc:docMk/>
            <pc:sldMk cId="2675058655" sldId="258"/>
            <ac:spMk id="14" creationId="{1BD6EC1C-660B-DD9C-284C-FE9A1F259A49}"/>
          </ac:spMkLst>
        </pc:spChg>
        <pc:spChg chg="add mod">
          <ac:chgData name="Sarthak Tomar" userId="3726efab4dd1c908" providerId="LiveId" clId="{3D4677A6-4196-4084-A350-1E4005305711}" dt="2026-09-02T14:57:53.259" v="1013" actId="207"/>
          <ac:spMkLst>
            <pc:docMk/>
            <pc:sldMk cId="2675058655" sldId="258"/>
            <ac:spMk id="15" creationId="{11D66ACE-3A8B-F302-9FAB-B1C5015F4699}"/>
          </ac:spMkLst>
        </pc:spChg>
        <pc:grpChg chg="add mod">
          <ac:chgData name="Sarthak Tomar" userId="3726efab4dd1c908" providerId="LiveId" clId="{3D4677A6-4196-4084-A350-1E4005305711}" dt="2026-09-02T14:44:47.053" v="928"/>
          <ac:grpSpMkLst>
            <pc:docMk/>
            <pc:sldMk cId="2675058655" sldId="258"/>
            <ac:grpSpMk id="2" creationId="{04686BAD-5152-8DD3-BBEB-156DC3432AF1}"/>
          </ac:grpSpMkLst>
        </pc:grpChg>
        <pc:grpChg chg="add mod">
          <ac:chgData name="Sarthak Tomar" userId="3726efab4dd1c908" providerId="LiveId" clId="{3D4677A6-4196-4084-A350-1E4005305711}" dt="2026-09-02T15:03:42.497" v="1135" actId="1076"/>
          <ac:grpSpMkLst>
            <pc:docMk/>
            <pc:sldMk cId="2675058655" sldId="258"/>
            <ac:grpSpMk id="5" creationId="{F9205F84-09C4-196B-1811-4228F8854020}"/>
          </ac:grpSpMkLst>
        </pc:grpChg>
        <pc:picChg chg="add del mod">
          <ac:chgData name="Sarthak Tomar" userId="3726efab4dd1c908" providerId="LiveId" clId="{3D4677A6-4196-4084-A350-1E4005305711}" dt="2026-09-02T14:51:11.176" v="983" actId="478"/>
          <ac:picMkLst>
            <pc:docMk/>
            <pc:sldMk cId="2675058655" sldId="258"/>
            <ac:picMk id="9" creationId="{C28A301F-104A-310B-A9BE-A367F765295A}"/>
          </ac:picMkLst>
        </pc:picChg>
        <pc:picChg chg="add del mod">
          <ac:chgData name="Sarthak Tomar" userId="3726efab4dd1c908" providerId="LiveId" clId="{3D4677A6-4196-4084-A350-1E4005305711}" dt="2026-09-02T14:53:53.553" v="985" actId="478"/>
          <ac:picMkLst>
            <pc:docMk/>
            <pc:sldMk cId="2675058655" sldId="258"/>
            <ac:picMk id="11" creationId="{EAA397F1-FEA1-19F5-EEF4-D0DB112EBFE2}"/>
          </ac:picMkLst>
        </pc:picChg>
        <pc:picChg chg="add del mod">
          <ac:chgData name="Sarthak Tomar" userId="3726efab4dd1c908" providerId="LiveId" clId="{3D4677A6-4196-4084-A350-1E4005305711}" dt="2026-09-02T14:59:17.568" v="1028" actId="478"/>
          <ac:picMkLst>
            <pc:docMk/>
            <pc:sldMk cId="2675058655" sldId="258"/>
            <ac:picMk id="13" creationId="{F8CEEE62-7FC6-D6A1-7E01-EE0556BFC86B}"/>
          </ac:picMkLst>
        </pc:picChg>
        <pc:picChg chg="add mod">
          <ac:chgData name="Sarthak Tomar" userId="3726efab4dd1c908" providerId="LiveId" clId="{3D4677A6-4196-4084-A350-1E4005305711}" dt="2026-09-02T15:03:49.888" v="1136" actId="1076"/>
          <ac:picMkLst>
            <pc:docMk/>
            <pc:sldMk cId="2675058655" sldId="258"/>
            <ac:picMk id="17" creationId="{D6442218-9A82-C16E-52D0-60572E2AA4F1}"/>
          </ac:picMkLst>
        </pc:picChg>
        <pc:picChg chg="add mod ord">
          <ac:chgData name="Sarthak Tomar" userId="3726efab4dd1c908" providerId="LiveId" clId="{3D4677A6-4196-4084-A350-1E4005305711}" dt="2026-09-02T15:03:49.888" v="1136" actId="1076"/>
          <ac:picMkLst>
            <pc:docMk/>
            <pc:sldMk cId="2675058655" sldId="258"/>
            <ac:picMk id="19" creationId="{FD92DAFD-C929-A82E-2FD6-91429C9DD443}"/>
          </ac:picMkLst>
        </pc:picChg>
        <pc:picChg chg="add mod ord">
          <ac:chgData name="Sarthak Tomar" userId="3726efab4dd1c908" providerId="LiveId" clId="{3D4677A6-4196-4084-A350-1E4005305711}" dt="2026-09-02T15:03:49.888" v="1136" actId="1076"/>
          <ac:picMkLst>
            <pc:docMk/>
            <pc:sldMk cId="2675058655" sldId="258"/>
            <ac:picMk id="21" creationId="{31011BB6-C1A2-6A64-C640-BBA9D24C304F}"/>
          </ac:picMkLst>
        </pc:picChg>
        <pc:picChg chg="add mod ord">
          <ac:chgData name="Sarthak Tomar" userId="3726efab4dd1c908" providerId="LiveId" clId="{3D4677A6-4196-4084-A350-1E4005305711}" dt="2026-09-02T15:03:49.888" v="1136" actId="1076"/>
          <ac:picMkLst>
            <pc:docMk/>
            <pc:sldMk cId="2675058655" sldId="258"/>
            <ac:picMk id="23" creationId="{33E412B0-4AD9-4FD8-CE76-DF0EDA1CFF3C}"/>
          </ac:picMkLst>
        </pc:picChg>
      </pc:sldChg>
      <pc:sldChg chg="addSp modSp add mod modTransition">
        <pc:chgData name="Sarthak Tomar" userId="3726efab4dd1c908" providerId="LiveId" clId="{3D4677A6-4196-4084-A350-1E4005305711}" dt="2026-09-02T15:07:46.093" v="1178" actId="29295"/>
        <pc:sldMkLst>
          <pc:docMk/>
          <pc:sldMk cId="1269400508" sldId="259"/>
        </pc:sldMkLst>
        <pc:spChg chg="add mod">
          <ac:chgData name="Sarthak Tomar" userId="3726efab4dd1c908" providerId="LiveId" clId="{3D4677A6-4196-4084-A350-1E4005305711}" dt="2026-09-02T15:01:31.836" v="1104" actId="1076"/>
          <ac:spMkLst>
            <pc:docMk/>
            <pc:sldMk cId="1269400508" sldId="259"/>
            <ac:spMk id="11" creationId="{ABD10790-3DEF-BD3A-FF64-6F56672810E7}"/>
          </ac:spMkLst>
        </pc:spChg>
        <pc:spChg chg="add mod">
          <ac:chgData name="Sarthak Tomar" userId="3726efab4dd1c908" providerId="LiveId" clId="{3D4677A6-4196-4084-A350-1E4005305711}" dt="2026-09-02T15:01:31.836" v="1104" actId="1076"/>
          <ac:spMkLst>
            <pc:docMk/>
            <pc:sldMk cId="1269400508" sldId="259"/>
            <ac:spMk id="13" creationId="{0FA01A72-E2A0-02AE-88BA-76DFA54C3613}"/>
          </ac:spMkLst>
        </pc:spChg>
        <pc:picChg chg="add mod">
          <ac:chgData name="Sarthak Tomar" userId="3726efab4dd1c908" providerId="LiveId" clId="{3D4677A6-4196-4084-A350-1E4005305711}" dt="2026-09-02T15:07:46.093" v="1178" actId="29295"/>
          <ac:picMkLst>
            <pc:docMk/>
            <pc:sldMk cId="1269400508" sldId="259"/>
            <ac:picMk id="9" creationId="{565585C9-DFA9-16B2-13A8-1E1AC9F31B25}"/>
          </ac:picMkLst>
        </pc:picChg>
        <pc:picChg chg="add mod ord">
          <ac:chgData name="Sarthak Tomar" userId="3726efab4dd1c908" providerId="LiveId" clId="{3D4677A6-4196-4084-A350-1E4005305711}" dt="2026-09-02T15:01:49.985" v="1106" actId="1076"/>
          <ac:picMkLst>
            <pc:docMk/>
            <pc:sldMk cId="1269400508" sldId="259"/>
            <ac:picMk id="14" creationId="{3DFACE4F-9799-AB0A-6C49-4E21309E5FCB}"/>
          </ac:picMkLst>
        </pc:picChg>
        <pc:picChg chg="add mod ord">
          <ac:chgData name="Sarthak Tomar" userId="3726efab4dd1c908" providerId="LiveId" clId="{3D4677A6-4196-4084-A350-1E4005305711}" dt="2026-09-02T15:01:49.985" v="1106" actId="1076"/>
          <ac:picMkLst>
            <pc:docMk/>
            <pc:sldMk cId="1269400508" sldId="259"/>
            <ac:picMk id="15" creationId="{7245927B-503D-4372-F785-E71CAC529F31}"/>
          </ac:picMkLst>
        </pc:picChg>
        <pc:picChg chg="add mod ord">
          <ac:chgData name="Sarthak Tomar" userId="3726efab4dd1c908" providerId="LiveId" clId="{3D4677A6-4196-4084-A350-1E4005305711}" dt="2026-09-02T15:01:49.985" v="1106" actId="1076"/>
          <ac:picMkLst>
            <pc:docMk/>
            <pc:sldMk cId="1269400508" sldId="259"/>
            <ac:picMk id="16" creationId="{E7D59B97-7CB6-0AB2-D3FA-84D61BC8DAC8}"/>
          </ac:picMkLst>
        </pc:picChg>
      </pc:sldChg>
      <pc:sldChg chg="addSp modSp add mod modTransition">
        <pc:chgData name="Sarthak Tomar" userId="3726efab4dd1c908" providerId="LiveId" clId="{3D4677A6-4196-4084-A350-1E4005305711}" dt="2026-09-02T15:12:59.466" v="1275" actId="1076"/>
        <pc:sldMkLst>
          <pc:docMk/>
          <pc:sldMk cId="4164816284" sldId="260"/>
        </pc:sldMkLst>
        <pc:spChg chg="add mod">
          <ac:chgData name="Sarthak Tomar" userId="3726efab4dd1c908" providerId="LiveId" clId="{3D4677A6-4196-4084-A350-1E4005305711}" dt="2026-09-02T15:06:02.651" v="1149" actId="164"/>
          <ac:spMkLst>
            <pc:docMk/>
            <pc:sldMk cId="4164816284" sldId="260"/>
            <ac:spMk id="11" creationId="{2E79C3F6-AA34-9AC3-470A-D133DEFEC970}"/>
          </ac:spMkLst>
        </pc:spChg>
        <pc:spChg chg="add mod">
          <ac:chgData name="Sarthak Tomar" userId="3726efab4dd1c908" providerId="LiveId" clId="{3D4677A6-4196-4084-A350-1E4005305711}" dt="2026-09-02T15:06:38.832" v="1155" actId="404"/>
          <ac:spMkLst>
            <pc:docMk/>
            <pc:sldMk cId="4164816284" sldId="260"/>
            <ac:spMk id="13" creationId="{8E02EAB8-E53E-9AA7-70BE-A74069F676A0}"/>
          </ac:spMkLst>
        </pc:spChg>
        <pc:grpChg chg="add mod">
          <ac:chgData name="Sarthak Tomar" userId="3726efab4dd1c908" providerId="LiveId" clId="{3D4677A6-4196-4084-A350-1E4005305711}" dt="2026-09-02T15:06:44.546" v="1156" actId="14100"/>
          <ac:grpSpMkLst>
            <pc:docMk/>
            <pc:sldMk cId="4164816284" sldId="260"/>
            <ac:grpSpMk id="14" creationId="{69D3582C-1AB5-5021-1C62-4E56FE807EDF}"/>
          </ac:grpSpMkLst>
        </pc:grpChg>
        <pc:picChg chg="add mod">
          <ac:chgData name="Sarthak Tomar" userId="3726efab4dd1c908" providerId="LiveId" clId="{3D4677A6-4196-4084-A350-1E4005305711}" dt="2026-09-02T15:12:59.466" v="1275" actId="1076"/>
          <ac:picMkLst>
            <pc:docMk/>
            <pc:sldMk cId="4164816284" sldId="260"/>
            <ac:picMk id="9" creationId="{79A555A1-BDC4-541F-F311-4C1BEFB9D2A0}"/>
          </ac:picMkLst>
        </pc:picChg>
        <pc:picChg chg="add mod ord">
          <ac:chgData name="Sarthak Tomar" userId="3726efab4dd1c908" providerId="LiveId" clId="{3D4677A6-4196-4084-A350-1E4005305711}" dt="2026-09-02T15:12:49.119" v="1273" actId="171"/>
          <ac:picMkLst>
            <pc:docMk/>
            <pc:sldMk cId="4164816284" sldId="260"/>
            <ac:picMk id="16" creationId="{84B30194-8DF6-890E-B119-7E0E21B3AEA3}"/>
          </ac:picMkLst>
        </pc:picChg>
        <pc:picChg chg="add mod ord">
          <ac:chgData name="Sarthak Tomar" userId="3726efab4dd1c908" providerId="LiveId" clId="{3D4677A6-4196-4084-A350-1E4005305711}" dt="2026-09-02T15:12:49.119" v="1273" actId="171"/>
          <ac:picMkLst>
            <pc:docMk/>
            <pc:sldMk cId="4164816284" sldId="260"/>
            <ac:picMk id="18" creationId="{4C041A1C-0607-0676-922E-1110EDB66B62}"/>
          </ac:picMkLst>
        </pc:picChg>
        <pc:picChg chg="add mod ord">
          <ac:chgData name="Sarthak Tomar" userId="3726efab4dd1c908" providerId="LiveId" clId="{3D4677A6-4196-4084-A350-1E4005305711}" dt="2026-09-02T15:12:49.119" v="1273" actId="171"/>
          <ac:picMkLst>
            <pc:docMk/>
            <pc:sldMk cId="4164816284" sldId="260"/>
            <ac:picMk id="20" creationId="{A98FB115-8BF3-E77A-14AA-E0C2A18E4D0A}"/>
          </ac:picMkLst>
        </pc:picChg>
        <pc:picChg chg="add mod ord">
          <ac:chgData name="Sarthak Tomar" userId="3726efab4dd1c908" providerId="LiveId" clId="{3D4677A6-4196-4084-A350-1E4005305711}" dt="2026-09-02T15:12:49.119" v="1273" actId="171"/>
          <ac:picMkLst>
            <pc:docMk/>
            <pc:sldMk cId="4164816284" sldId="260"/>
            <ac:picMk id="22" creationId="{762AFBAB-5D50-752F-1998-1F74B0B86BD1}"/>
          </ac:picMkLst>
        </pc:picChg>
        <pc:picChg chg="add mod ord">
          <ac:chgData name="Sarthak Tomar" userId="3726efab4dd1c908" providerId="LiveId" clId="{3D4677A6-4196-4084-A350-1E4005305711}" dt="2026-09-02T15:12:49.119" v="1273" actId="171"/>
          <ac:picMkLst>
            <pc:docMk/>
            <pc:sldMk cId="4164816284" sldId="260"/>
            <ac:picMk id="24" creationId="{32F0453C-8177-F8A5-3F39-24CC2C7D0F2C}"/>
          </ac:picMkLst>
        </pc:picChg>
      </pc:sldChg>
      <pc:sldChg chg="addSp delSp modSp add mod modTransition">
        <pc:chgData name="Sarthak Tomar" userId="3726efab4dd1c908" providerId="LiveId" clId="{3D4677A6-4196-4084-A350-1E4005305711}" dt="2026-09-02T15:13:06.325" v="1276"/>
        <pc:sldMkLst>
          <pc:docMk/>
          <pc:sldMk cId="1092801945" sldId="261"/>
        </pc:sldMkLst>
        <pc:spChg chg="mod">
          <ac:chgData name="Sarthak Tomar" userId="3726efab4dd1c908" providerId="LiveId" clId="{3D4677A6-4196-4084-A350-1E4005305711}" dt="2026-09-02T15:07:17.039" v="1166" actId="1076"/>
          <ac:spMkLst>
            <pc:docMk/>
            <pc:sldMk cId="1092801945" sldId="261"/>
            <ac:spMk id="11" creationId="{8C6DA5A9-2245-24B3-C31F-2982B9FFCCF9}"/>
          </ac:spMkLst>
        </pc:spChg>
        <pc:spChg chg="mod">
          <ac:chgData name="Sarthak Tomar" userId="3726efab4dd1c908" providerId="LiveId" clId="{3D4677A6-4196-4084-A350-1E4005305711}" dt="2026-09-02T15:07:16.595" v="1165" actId="1076"/>
          <ac:spMkLst>
            <pc:docMk/>
            <pc:sldMk cId="1092801945" sldId="261"/>
            <ac:spMk id="12" creationId="{59F141C5-E50B-B06D-B081-6F20B8156753}"/>
          </ac:spMkLst>
        </pc:spChg>
        <pc:grpChg chg="add del mod">
          <ac:chgData name="Sarthak Tomar" userId="3726efab4dd1c908" providerId="LiveId" clId="{3D4677A6-4196-4084-A350-1E4005305711}" dt="2026-09-02T15:07:09.951" v="1162" actId="1076"/>
          <ac:grpSpMkLst>
            <pc:docMk/>
            <pc:sldMk cId="1092801945" sldId="261"/>
            <ac:grpSpMk id="5" creationId="{220F5BEF-A9B0-CE71-1EBE-2BC1A4D8B00C}"/>
          </ac:grpSpMkLst>
        </pc:grpChg>
        <pc:grpChg chg="add mod">
          <ac:chgData name="Sarthak Tomar" userId="3726efab4dd1c908" providerId="LiveId" clId="{3D4677A6-4196-4084-A350-1E4005305711}" dt="2026-09-02T15:07:22.996" v="1167" actId="1076"/>
          <ac:grpSpMkLst>
            <pc:docMk/>
            <pc:sldMk cId="1092801945" sldId="261"/>
            <ac:grpSpMk id="10" creationId="{2F9A4776-5FFF-1A91-5E35-F2BD28BDDFC8}"/>
          </ac:grpSpMkLst>
        </pc:grpChg>
        <pc:picChg chg="add mod">
          <ac:chgData name="Sarthak Tomar" userId="3726efab4dd1c908" providerId="LiveId" clId="{3D4677A6-4196-4084-A350-1E4005305711}" dt="2026-09-02T15:08:48.346" v="1182" actId="29295"/>
          <ac:picMkLst>
            <pc:docMk/>
            <pc:sldMk cId="1092801945" sldId="261"/>
            <ac:picMk id="9" creationId="{3A8DDF27-CC10-555C-AAED-F931E23FFBCC}"/>
          </ac:picMkLst>
        </pc:picChg>
        <pc:picChg chg="add mod ord">
          <ac:chgData name="Sarthak Tomar" userId="3726efab4dd1c908" providerId="LiveId" clId="{3D4677A6-4196-4084-A350-1E4005305711}" dt="2026-09-02T15:10:16.368" v="1210" actId="1076"/>
          <ac:picMkLst>
            <pc:docMk/>
            <pc:sldMk cId="1092801945" sldId="261"/>
            <ac:picMk id="13" creationId="{9EEA8702-47D8-B3AF-18B3-A7229EFCECF6}"/>
          </ac:picMkLst>
        </pc:picChg>
        <pc:picChg chg="add mod ord">
          <ac:chgData name="Sarthak Tomar" userId="3726efab4dd1c908" providerId="LiveId" clId="{3D4677A6-4196-4084-A350-1E4005305711}" dt="2026-09-02T15:10:45.288" v="1225" actId="1076"/>
          <ac:picMkLst>
            <pc:docMk/>
            <pc:sldMk cId="1092801945" sldId="261"/>
            <ac:picMk id="14" creationId="{1E25133C-9FE3-43AE-1A65-5F2F9F35B982}"/>
          </ac:picMkLst>
        </pc:picChg>
        <pc:picChg chg="add mod ord">
          <ac:chgData name="Sarthak Tomar" userId="3726efab4dd1c908" providerId="LiveId" clId="{3D4677A6-4196-4084-A350-1E4005305711}" dt="2026-09-02T15:10:41.354" v="1224"/>
          <ac:picMkLst>
            <pc:docMk/>
            <pc:sldMk cId="1092801945" sldId="261"/>
            <ac:picMk id="15" creationId="{FB185F6D-2C65-7F84-9632-11FCD9B6A240}"/>
          </ac:picMkLst>
        </pc:picChg>
        <pc:picChg chg="add mod ord">
          <ac:chgData name="Sarthak Tomar" userId="3726efab4dd1c908" providerId="LiveId" clId="{3D4677A6-4196-4084-A350-1E4005305711}" dt="2026-09-02T15:11:10.192" v="1240"/>
          <ac:picMkLst>
            <pc:docMk/>
            <pc:sldMk cId="1092801945" sldId="261"/>
            <ac:picMk id="16" creationId="{4115A675-7826-34CF-E1CD-F5B82FE0A1BB}"/>
          </ac:picMkLst>
        </pc:picChg>
        <pc:picChg chg="add mod ord">
          <ac:chgData name="Sarthak Tomar" userId="3726efab4dd1c908" providerId="LiveId" clId="{3D4677A6-4196-4084-A350-1E4005305711}" dt="2026-09-02T15:11:39.389" v="1254"/>
          <ac:picMkLst>
            <pc:docMk/>
            <pc:sldMk cId="1092801945" sldId="261"/>
            <ac:picMk id="17" creationId="{F88B4BBB-242C-D2A2-A602-8E4B825DB497}"/>
          </ac:picMkLst>
        </pc:picChg>
      </pc:sldChg>
      <pc:sldChg chg="addSp modSp new mod">
        <pc:chgData name="Sarthak Tomar" userId="3726efab4dd1c908" providerId="LiveId" clId="{3D4677A6-4196-4084-A350-1E4005305711}" dt="2026-09-02T15:23:20.671" v="1601" actId="20577"/>
        <pc:sldMkLst>
          <pc:docMk/>
          <pc:sldMk cId="2904180967" sldId="262"/>
        </pc:sldMkLst>
        <pc:spChg chg="mod">
          <ac:chgData name="Sarthak Tomar" userId="3726efab4dd1c908" providerId="LiveId" clId="{3D4677A6-4196-4084-A350-1E4005305711}" dt="2026-09-02T15:13:48.307" v="1278"/>
          <ac:spMkLst>
            <pc:docMk/>
            <pc:sldMk cId="2904180967" sldId="262"/>
            <ac:spMk id="3" creationId="{BD957E66-2333-8C27-7715-75DCB2011242}"/>
          </ac:spMkLst>
        </pc:spChg>
        <pc:spChg chg="mod">
          <ac:chgData name="Sarthak Tomar" userId="3726efab4dd1c908" providerId="LiveId" clId="{3D4677A6-4196-4084-A350-1E4005305711}" dt="2026-09-02T15:13:48.307" v="1278"/>
          <ac:spMkLst>
            <pc:docMk/>
            <pc:sldMk cId="2904180967" sldId="262"/>
            <ac:spMk id="4" creationId="{D137A49C-CB8E-9ECD-AE91-6EFE960F1CFB}"/>
          </ac:spMkLst>
        </pc:spChg>
        <pc:spChg chg="mod">
          <ac:chgData name="Sarthak Tomar" userId="3726efab4dd1c908" providerId="LiveId" clId="{3D4677A6-4196-4084-A350-1E4005305711}" dt="2026-09-02T15:21:35.691" v="1536" actId="122"/>
          <ac:spMkLst>
            <pc:docMk/>
            <pc:sldMk cId="2904180967" sldId="262"/>
            <ac:spMk id="6" creationId="{1FCB40FC-F69E-7036-FD5E-1B9C255A6F58}"/>
          </ac:spMkLst>
        </pc:spChg>
        <pc:spChg chg="mod">
          <ac:chgData name="Sarthak Tomar" userId="3726efab4dd1c908" providerId="LiveId" clId="{3D4677A6-4196-4084-A350-1E4005305711}" dt="2026-09-02T15:21:35.691" v="1536" actId="122"/>
          <ac:spMkLst>
            <pc:docMk/>
            <pc:sldMk cId="2904180967" sldId="262"/>
            <ac:spMk id="7" creationId="{A7C078A3-34C2-47A3-369B-2E524B1604A5}"/>
          </ac:spMkLst>
        </pc:spChg>
        <pc:spChg chg="add mod">
          <ac:chgData name="Sarthak Tomar" userId="3726efab4dd1c908" providerId="LiveId" clId="{3D4677A6-4196-4084-A350-1E4005305711}" dt="2026-09-02T15:23:20.671" v="1601" actId="20577"/>
          <ac:spMkLst>
            <pc:docMk/>
            <pc:sldMk cId="2904180967" sldId="262"/>
            <ac:spMk id="9" creationId="{3C854AD7-0641-B60F-CA59-E1E378228752}"/>
          </ac:spMkLst>
        </pc:spChg>
        <pc:spChg chg="add mod">
          <ac:chgData name="Sarthak Tomar" userId="3726efab4dd1c908" providerId="LiveId" clId="{3D4677A6-4196-4084-A350-1E4005305711}" dt="2026-09-02T15:21:52.020" v="1538" actId="1076"/>
          <ac:spMkLst>
            <pc:docMk/>
            <pc:sldMk cId="2904180967" sldId="262"/>
            <ac:spMk id="10" creationId="{09B8568F-E54F-4EEA-83C9-D1E6CA4C6C9F}"/>
          </ac:spMkLst>
        </pc:spChg>
        <pc:grpChg chg="add mod">
          <ac:chgData name="Sarthak Tomar" userId="3726efab4dd1c908" providerId="LiveId" clId="{3D4677A6-4196-4084-A350-1E4005305711}" dt="2026-09-02T15:13:48.307" v="1278"/>
          <ac:grpSpMkLst>
            <pc:docMk/>
            <pc:sldMk cId="2904180967" sldId="262"/>
            <ac:grpSpMk id="2" creationId="{7AC62B00-CFEA-B80E-2E44-4514E1A44309}"/>
          </ac:grpSpMkLst>
        </pc:grpChg>
        <pc:grpChg chg="add mod">
          <ac:chgData name="Sarthak Tomar" userId="3726efab4dd1c908" providerId="LiveId" clId="{3D4677A6-4196-4084-A350-1E4005305711}" dt="2026-09-02T15:21:44.494" v="1537" actId="12788"/>
          <ac:grpSpMkLst>
            <pc:docMk/>
            <pc:sldMk cId="2904180967" sldId="262"/>
            <ac:grpSpMk id="5" creationId="{0D2DEEAF-F950-149F-F260-F458A97856DF}"/>
          </ac:grpSpMkLst>
        </pc:grpChg>
      </pc:sldChg>
      <pc:sldChg chg="addSp modSp new mod">
        <pc:chgData name="Sarthak Tomar" userId="3726efab4dd1c908" providerId="LiveId" clId="{3D4677A6-4196-4084-A350-1E4005305711}" dt="2026-09-02T15:29:12.619" v="1728" actId="113"/>
        <pc:sldMkLst>
          <pc:docMk/>
          <pc:sldMk cId="3698000375" sldId="263"/>
        </pc:sldMkLst>
        <pc:spChg chg="mod">
          <ac:chgData name="Sarthak Tomar" userId="3726efab4dd1c908" providerId="LiveId" clId="{3D4677A6-4196-4084-A350-1E4005305711}" dt="2026-09-02T15:22:52.687" v="1548"/>
          <ac:spMkLst>
            <pc:docMk/>
            <pc:sldMk cId="3698000375" sldId="263"/>
            <ac:spMk id="3" creationId="{FFE2DF0B-994C-6A7A-9B31-8A86F129FC46}"/>
          </ac:spMkLst>
        </pc:spChg>
        <pc:spChg chg="mod">
          <ac:chgData name="Sarthak Tomar" userId="3726efab4dd1c908" providerId="LiveId" clId="{3D4677A6-4196-4084-A350-1E4005305711}" dt="2026-09-02T15:22:52.687" v="1548"/>
          <ac:spMkLst>
            <pc:docMk/>
            <pc:sldMk cId="3698000375" sldId="263"/>
            <ac:spMk id="4" creationId="{58C41967-4F07-F648-A983-290633C69784}"/>
          </ac:spMkLst>
        </pc:spChg>
        <pc:spChg chg="mod">
          <ac:chgData name="Sarthak Tomar" userId="3726efab4dd1c908" providerId="LiveId" clId="{3D4677A6-4196-4084-A350-1E4005305711}" dt="2026-09-02T15:23:15.002" v="1595" actId="20577"/>
          <ac:spMkLst>
            <pc:docMk/>
            <pc:sldMk cId="3698000375" sldId="263"/>
            <ac:spMk id="6" creationId="{EDC8D33A-B590-CE20-5089-C08C3B2F07E9}"/>
          </ac:spMkLst>
        </pc:spChg>
        <pc:spChg chg="mod">
          <ac:chgData name="Sarthak Tomar" userId="3726efab4dd1c908" providerId="LiveId" clId="{3D4677A6-4196-4084-A350-1E4005305711}" dt="2026-09-02T15:22:57.017" v="1549"/>
          <ac:spMkLst>
            <pc:docMk/>
            <pc:sldMk cId="3698000375" sldId="263"/>
            <ac:spMk id="7" creationId="{840D1B2C-1BAA-A6BC-D79F-7849F1D71E2E}"/>
          </ac:spMkLst>
        </pc:spChg>
        <pc:spChg chg="add mod">
          <ac:chgData name="Sarthak Tomar" userId="3726efab4dd1c908" providerId="LiveId" clId="{3D4677A6-4196-4084-A350-1E4005305711}" dt="2026-09-02T15:29:12.619" v="1728" actId="113"/>
          <ac:spMkLst>
            <pc:docMk/>
            <pc:sldMk cId="3698000375" sldId="263"/>
            <ac:spMk id="8" creationId="{BD87090F-0531-696B-9AAD-0B97598ED5A3}"/>
          </ac:spMkLst>
        </pc:spChg>
        <pc:grpChg chg="add mod">
          <ac:chgData name="Sarthak Tomar" userId="3726efab4dd1c908" providerId="LiveId" clId="{3D4677A6-4196-4084-A350-1E4005305711}" dt="2026-09-02T15:22:52.687" v="1548"/>
          <ac:grpSpMkLst>
            <pc:docMk/>
            <pc:sldMk cId="3698000375" sldId="263"/>
            <ac:grpSpMk id="2" creationId="{A346A35C-A25E-EF5D-38B5-07A54221D27B}"/>
          </ac:grpSpMkLst>
        </pc:grpChg>
        <pc:grpChg chg="add mod">
          <ac:chgData name="Sarthak Tomar" userId="3726efab4dd1c908" providerId="LiveId" clId="{3D4677A6-4196-4084-A350-1E4005305711}" dt="2026-09-02T15:22:57.017" v="1549"/>
          <ac:grpSpMkLst>
            <pc:docMk/>
            <pc:sldMk cId="3698000375" sldId="263"/>
            <ac:grpSpMk id="5" creationId="{E5A603BC-9AA5-675C-47B0-D5B6FDF0AF0B}"/>
          </ac:grpSpMkLst>
        </pc:grpChg>
        <pc:graphicFrameChg chg="add mod modGraphic">
          <ac:chgData name="Sarthak Tomar" userId="3726efab4dd1c908" providerId="LiveId" clId="{3D4677A6-4196-4084-A350-1E4005305711}" dt="2026-09-02T15:27:33.191" v="1713" actId="12100"/>
          <ac:graphicFrameMkLst>
            <pc:docMk/>
            <pc:sldMk cId="3698000375" sldId="263"/>
            <ac:graphicFrameMk id="9" creationId="{30D1A49E-A26D-DABD-7601-214E2B5B8341}"/>
          </ac:graphicFrameMkLst>
        </pc:graphicFrameChg>
      </pc:sldChg>
      <pc:sldChg chg="addSp modSp new mod modTransition">
        <pc:chgData name="Sarthak Tomar" userId="3726efab4dd1c908" providerId="LiveId" clId="{3D4677A6-4196-4084-A350-1E4005305711}" dt="2026-09-02T15:52:32.958" v="2051"/>
        <pc:sldMkLst>
          <pc:docMk/>
          <pc:sldMk cId="4110081802" sldId="264"/>
        </pc:sldMkLst>
        <pc:spChg chg="mod">
          <ac:chgData name="Sarthak Tomar" userId="3726efab4dd1c908" providerId="LiveId" clId="{3D4677A6-4196-4084-A350-1E4005305711}" dt="2026-09-02T15:27:50.234" v="1715"/>
          <ac:spMkLst>
            <pc:docMk/>
            <pc:sldMk cId="4110081802" sldId="264"/>
            <ac:spMk id="3" creationId="{0C5C9772-7CAB-0CF3-8962-C0CEF72A8222}"/>
          </ac:spMkLst>
        </pc:spChg>
        <pc:spChg chg="mod">
          <ac:chgData name="Sarthak Tomar" userId="3726efab4dd1c908" providerId="LiveId" clId="{3D4677A6-4196-4084-A350-1E4005305711}" dt="2026-09-02T15:27:50.234" v="1715"/>
          <ac:spMkLst>
            <pc:docMk/>
            <pc:sldMk cId="4110081802" sldId="264"/>
            <ac:spMk id="4" creationId="{BC97D604-129A-FA5B-39D7-B490EC93AD97}"/>
          </ac:spMkLst>
        </pc:spChg>
        <pc:spChg chg="mod">
          <ac:chgData name="Sarthak Tomar" userId="3726efab4dd1c908" providerId="LiveId" clId="{3D4677A6-4196-4084-A350-1E4005305711}" dt="2026-09-02T15:27:55.090" v="1716"/>
          <ac:spMkLst>
            <pc:docMk/>
            <pc:sldMk cId="4110081802" sldId="264"/>
            <ac:spMk id="6" creationId="{F9327C17-2481-B6E4-77FB-57749E00EA1A}"/>
          </ac:spMkLst>
        </pc:spChg>
        <pc:spChg chg="mod">
          <ac:chgData name="Sarthak Tomar" userId="3726efab4dd1c908" providerId="LiveId" clId="{3D4677A6-4196-4084-A350-1E4005305711}" dt="2026-09-02T15:27:55.090" v="1716"/>
          <ac:spMkLst>
            <pc:docMk/>
            <pc:sldMk cId="4110081802" sldId="264"/>
            <ac:spMk id="7" creationId="{F6959AF6-FC52-B202-9726-F7579462FA73}"/>
          </ac:spMkLst>
        </pc:spChg>
        <pc:spChg chg="add mod">
          <ac:chgData name="Sarthak Tomar" userId="3726efab4dd1c908" providerId="LiveId" clId="{3D4677A6-4196-4084-A350-1E4005305711}" dt="2026-09-02T15:29:56.848" v="1735" actId="404"/>
          <ac:spMkLst>
            <pc:docMk/>
            <pc:sldMk cId="4110081802" sldId="264"/>
            <ac:spMk id="9" creationId="{11A13FEB-37E7-EB6F-E5B1-369B5FD432D4}"/>
          </ac:spMkLst>
        </pc:spChg>
        <pc:grpChg chg="add mod">
          <ac:chgData name="Sarthak Tomar" userId="3726efab4dd1c908" providerId="LiveId" clId="{3D4677A6-4196-4084-A350-1E4005305711}" dt="2026-09-02T15:27:50.234" v="1715"/>
          <ac:grpSpMkLst>
            <pc:docMk/>
            <pc:sldMk cId="4110081802" sldId="264"/>
            <ac:grpSpMk id="2" creationId="{C7D7C12C-B47B-2C9E-7AD8-E2052EB5F670}"/>
          </ac:grpSpMkLst>
        </pc:grpChg>
        <pc:grpChg chg="add mod">
          <ac:chgData name="Sarthak Tomar" userId="3726efab4dd1c908" providerId="LiveId" clId="{3D4677A6-4196-4084-A350-1E4005305711}" dt="2026-09-02T15:27:55.090" v="1716"/>
          <ac:grpSpMkLst>
            <pc:docMk/>
            <pc:sldMk cId="4110081802" sldId="264"/>
            <ac:grpSpMk id="5" creationId="{BD91AD25-EC39-FAB8-7D65-8B5F8191BD8B}"/>
          </ac:grpSpMkLst>
        </pc:grpChg>
        <pc:graphicFrameChg chg="add mod modGraphic">
          <ac:chgData name="Sarthak Tomar" userId="3726efab4dd1c908" providerId="LiveId" clId="{3D4677A6-4196-4084-A350-1E4005305711}" dt="2026-09-02T15:32:42.250" v="1765" actId="1076"/>
          <ac:graphicFrameMkLst>
            <pc:docMk/>
            <pc:sldMk cId="4110081802" sldId="264"/>
            <ac:graphicFrameMk id="11" creationId="{0C007530-A623-E3FD-B144-4CADECB23EF9}"/>
          </ac:graphicFrameMkLst>
        </pc:graphicFrameChg>
      </pc:sldChg>
      <pc:sldChg chg="addSp delSp modSp new mod">
        <pc:chgData name="Sarthak Tomar" userId="3726efab4dd1c908" providerId="LiveId" clId="{3D4677A6-4196-4084-A350-1E4005305711}" dt="2026-09-02T15:40:57.385" v="1879" actId="207"/>
        <pc:sldMkLst>
          <pc:docMk/>
          <pc:sldMk cId="1011665350" sldId="265"/>
        </pc:sldMkLst>
        <pc:spChg chg="mod">
          <ac:chgData name="Sarthak Tomar" userId="3726efab4dd1c908" providerId="LiveId" clId="{3D4677A6-4196-4084-A350-1E4005305711}" dt="2026-09-02T15:32:51.578" v="1767"/>
          <ac:spMkLst>
            <pc:docMk/>
            <pc:sldMk cId="1011665350" sldId="265"/>
            <ac:spMk id="3" creationId="{A85F79F5-4196-D26A-D570-8EBAD8F96E61}"/>
          </ac:spMkLst>
        </pc:spChg>
        <pc:spChg chg="mod">
          <ac:chgData name="Sarthak Tomar" userId="3726efab4dd1c908" providerId="LiveId" clId="{3D4677A6-4196-4084-A350-1E4005305711}" dt="2026-09-02T15:32:51.578" v="1767"/>
          <ac:spMkLst>
            <pc:docMk/>
            <pc:sldMk cId="1011665350" sldId="265"/>
            <ac:spMk id="4" creationId="{7956ADAD-8CFF-70B6-7119-0295F44F9203}"/>
          </ac:spMkLst>
        </pc:spChg>
        <pc:spChg chg="mod">
          <ac:chgData name="Sarthak Tomar" userId="3726efab4dd1c908" providerId="LiveId" clId="{3D4677A6-4196-4084-A350-1E4005305711}" dt="2026-09-02T15:32:55.451" v="1768"/>
          <ac:spMkLst>
            <pc:docMk/>
            <pc:sldMk cId="1011665350" sldId="265"/>
            <ac:spMk id="6" creationId="{B6C8DCE4-D86E-8BD6-E7BE-8E65C4E5330F}"/>
          </ac:spMkLst>
        </pc:spChg>
        <pc:spChg chg="mod">
          <ac:chgData name="Sarthak Tomar" userId="3726efab4dd1c908" providerId="LiveId" clId="{3D4677A6-4196-4084-A350-1E4005305711}" dt="2026-09-02T15:32:55.451" v="1768"/>
          <ac:spMkLst>
            <pc:docMk/>
            <pc:sldMk cId="1011665350" sldId="265"/>
            <ac:spMk id="7" creationId="{6F012E7F-0862-CE60-BFA7-9CD519E26959}"/>
          </ac:spMkLst>
        </pc:spChg>
        <pc:spChg chg="add mod">
          <ac:chgData name="Sarthak Tomar" userId="3726efab4dd1c908" providerId="LiveId" clId="{3D4677A6-4196-4084-A350-1E4005305711}" dt="2026-09-02T15:33:49.866" v="1781" actId="1076"/>
          <ac:spMkLst>
            <pc:docMk/>
            <pc:sldMk cId="1011665350" sldId="265"/>
            <ac:spMk id="9" creationId="{B41E67A8-E7B2-4CBB-3784-B534828ED7CB}"/>
          </ac:spMkLst>
        </pc:spChg>
        <pc:spChg chg="add mod">
          <ac:chgData name="Sarthak Tomar" userId="3726efab4dd1c908" providerId="LiveId" clId="{3D4677A6-4196-4084-A350-1E4005305711}" dt="2026-09-02T15:35:08.143" v="1831" actId="1076"/>
          <ac:spMkLst>
            <pc:docMk/>
            <pc:sldMk cId="1011665350" sldId="265"/>
            <ac:spMk id="10" creationId="{5A8C31A1-494B-EB01-0B59-706C13D9A646}"/>
          </ac:spMkLst>
        </pc:spChg>
        <pc:spChg chg="add mod">
          <ac:chgData name="Sarthak Tomar" userId="3726efab4dd1c908" providerId="LiveId" clId="{3D4677A6-4196-4084-A350-1E4005305711}" dt="2026-09-02T15:35:12.517" v="1832" actId="1076"/>
          <ac:spMkLst>
            <pc:docMk/>
            <pc:sldMk cId="1011665350" sldId="265"/>
            <ac:spMk id="11" creationId="{52D5EBAD-892A-F908-9E64-0385AA928E24}"/>
          </ac:spMkLst>
        </pc:spChg>
        <pc:spChg chg="add mod">
          <ac:chgData name="Sarthak Tomar" userId="3726efab4dd1c908" providerId="LiveId" clId="{3D4677A6-4196-4084-A350-1E4005305711}" dt="2026-09-02T15:37:04.687" v="1856" actId="1076"/>
          <ac:spMkLst>
            <pc:docMk/>
            <pc:sldMk cId="1011665350" sldId="265"/>
            <ac:spMk id="12" creationId="{752112CA-5E75-CFCD-1BEC-83C9C5EE8030}"/>
          </ac:spMkLst>
        </pc:spChg>
        <pc:spChg chg="add del mod">
          <ac:chgData name="Sarthak Tomar" userId="3726efab4dd1c908" providerId="LiveId" clId="{3D4677A6-4196-4084-A350-1E4005305711}" dt="2026-09-02T15:35:03.173" v="1830"/>
          <ac:spMkLst>
            <pc:docMk/>
            <pc:sldMk cId="1011665350" sldId="265"/>
            <ac:spMk id="13" creationId="{01125680-56B6-B92C-E870-8D568F65D82C}"/>
          </ac:spMkLst>
        </pc:spChg>
        <pc:spChg chg="add mod">
          <ac:chgData name="Sarthak Tomar" userId="3726efab4dd1c908" providerId="LiveId" clId="{3D4677A6-4196-4084-A350-1E4005305711}" dt="2026-09-02T15:40:57.385" v="1879" actId="207"/>
          <ac:spMkLst>
            <pc:docMk/>
            <pc:sldMk cId="1011665350" sldId="265"/>
            <ac:spMk id="14" creationId="{6A45324D-261E-9256-CC9A-E5825AB0F51F}"/>
          </ac:spMkLst>
        </pc:spChg>
        <pc:spChg chg="add del mod">
          <ac:chgData name="Sarthak Tomar" userId="3726efab4dd1c908" providerId="LiveId" clId="{3D4677A6-4196-4084-A350-1E4005305711}" dt="2026-09-02T15:37:04.955" v="1858"/>
          <ac:spMkLst>
            <pc:docMk/>
            <pc:sldMk cId="1011665350" sldId="265"/>
            <ac:spMk id="15" creationId="{3BBDD4CC-999F-F05B-333D-CA53A1B8D283}"/>
          </ac:spMkLst>
        </pc:spChg>
        <pc:spChg chg="add mod">
          <ac:chgData name="Sarthak Tomar" userId="3726efab4dd1c908" providerId="LiveId" clId="{3D4677A6-4196-4084-A350-1E4005305711}" dt="2026-09-02T15:37:35.801" v="1864" actId="122"/>
          <ac:spMkLst>
            <pc:docMk/>
            <pc:sldMk cId="1011665350" sldId="265"/>
            <ac:spMk id="16" creationId="{62AED3F8-D268-5236-EE80-6DC8AC36C103}"/>
          </ac:spMkLst>
        </pc:spChg>
        <pc:spChg chg="add mod">
          <ac:chgData name="Sarthak Tomar" userId="3726efab4dd1c908" providerId="LiveId" clId="{3D4677A6-4196-4084-A350-1E4005305711}" dt="2026-09-02T15:38:05.614" v="1871" actId="207"/>
          <ac:spMkLst>
            <pc:docMk/>
            <pc:sldMk cId="1011665350" sldId="265"/>
            <ac:spMk id="17" creationId="{0D30646B-34C4-CFC4-2F8D-ACBFB75CC228}"/>
          </ac:spMkLst>
        </pc:spChg>
        <pc:spChg chg="add mod">
          <ac:chgData name="Sarthak Tomar" userId="3726efab4dd1c908" providerId="LiveId" clId="{3D4677A6-4196-4084-A350-1E4005305711}" dt="2026-09-02T15:40:43.641" v="1878" actId="2711"/>
          <ac:spMkLst>
            <pc:docMk/>
            <pc:sldMk cId="1011665350" sldId="265"/>
            <ac:spMk id="18" creationId="{CC99D5DF-DB5D-F4C8-95BC-09DD5619B906}"/>
          </ac:spMkLst>
        </pc:spChg>
        <pc:grpChg chg="add mod">
          <ac:chgData name="Sarthak Tomar" userId="3726efab4dd1c908" providerId="LiveId" clId="{3D4677A6-4196-4084-A350-1E4005305711}" dt="2026-09-02T15:32:51.578" v="1767"/>
          <ac:grpSpMkLst>
            <pc:docMk/>
            <pc:sldMk cId="1011665350" sldId="265"/>
            <ac:grpSpMk id="2" creationId="{5F4F97E1-D766-3AA8-2E5A-832B391E0BCB}"/>
          </ac:grpSpMkLst>
        </pc:grpChg>
        <pc:grpChg chg="add mod">
          <ac:chgData name="Sarthak Tomar" userId="3726efab4dd1c908" providerId="LiveId" clId="{3D4677A6-4196-4084-A350-1E4005305711}" dt="2026-09-02T15:32:55.451" v="1768"/>
          <ac:grpSpMkLst>
            <pc:docMk/>
            <pc:sldMk cId="1011665350" sldId="265"/>
            <ac:grpSpMk id="5" creationId="{EDFA0995-C8EC-4880-A378-B83E15237147}"/>
          </ac:grpSpMkLst>
        </pc:grpChg>
      </pc:sldChg>
      <pc:sldChg chg="addSp delSp modSp new mod">
        <pc:chgData name="Sarthak Tomar" userId="3726efab4dd1c908" providerId="LiveId" clId="{3D4677A6-4196-4084-A350-1E4005305711}" dt="2026-09-02T15:48:15.689" v="2040" actId="208"/>
        <pc:sldMkLst>
          <pc:docMk/>
          <pc:sldMk cId="2436861065" sldId="266"/>
        </pc:sldMkLst>
        <pc:spChg chg="mod">
          <ac:chgData name="Sarthak Tomar" userId="3726efab4dd1c908" providerId="LiveId" clId="{3D4677A6-4196-4084-A350-1E4005305711}" dt="2026-09-02T15:41:06.342" v="1881"/>
          <ac:spMkLst>
            <pc:docMk/>
            <pc:sldMk cId="2436861065" sldId="266"/>
            <ac:spMk id="3" creationId="{77712060-99F4-1224-B89E-E65A73CB953B}"/>
          </ac:spMkLst>
        </pc:spChg>
        <pc:spChg chg="mod">
          <ac:chgData name="Sarthak Tomar" userId="3726efab4dd1c908" providerId="LiveId" clId="{3D4677A6-4196-4084-A350-1E4005305711}" dt="2026-09-02T15:41:06.342" v="1881"/>
          <ac:spMkLst>
            <pc:docMk/>
            <pc:sldMk cId="2436861065" sldId="266"/>
            <ac:spMk id="4" creationId="{8E6A6858-5945-3990-C676-561367D94670}"/>
          </ac:spMkLst>
        </pc:spChg>
        <pc:spChg chg="mod">
          <ac:chgData name="Sarthak Tomar" userId="3726efab4dd1c908" providerId="LiveId" clId="{3D4677A6-4196-4084-A350-1E4005305711}" dt="2026-09-02T15:41:31.749" v="1882"/>
          <ac:spMkLst>
            <pc:docMk/>
            <pc:sldMk cId="2436861065" sldId="266"/>
            <ac:spMk id="6" creationId="{247FEE14-21BB-D273-EB50-A4A9C1A2B94D}"/>
          </ac:spMkLst>
        </pc:spChg>
        <pc:spChg chg="mod">
          <ac:chgData name="Sarthak Tomar" userId="3726efab4dd1c908" providerId="LiveId" clId="{3D4677A6-4196-4084-A350-1E4005305711}" dt="2026-09-02T15:41:31.749" v="1882"/>
          <ac:spMkLst>
            <pc:docMk/>
            <pc:sldMk cId="2436861065" sldId="266"/>
            <ac:spMk id="7" creationId="{42913CAB-628E-5585-9086-B579A7AB5645}"/>
          </ac:spMkLst>
        </pc:spChg>
        <pc:spChg chg="add mod">
          <ac:chgData name="Sarthak Tomar" userId="3726efab4dd1c908" providerId="LiveId" clId="{3D4677A6-4196-4084-A350-1E4005305711}" dt="2026-09-02T15:41:57.748" v="1889" actId="20577"/>
          <ac:spMkLst>
            <pc:docMk/>
            <pc:sldMk cId="2436861065" sldId="266"/>
            <ac:spMk id="9" creationId="{CC1F666A-3AD7-B705-874D-16C05239CA2D}"/>
          </ac:spMkLst>
        </pc:spChg>
        <pc:spChg chg="add mod">
          <ac:chgData name="Sarthak Tomar" userId="3726efab4dd1c908" providerId="LiveId" clId="{3D4677A6-4196-4084-A350-1E4005305711}" dt="2026-09-02T15:46:03.794" v="2006" actId="1076"/>
          <ac:spMkLst>
            <pc:docMk/>
            <pc:sldMk cId="2436861065" sldId="266"/>
            <ac:spMk id="10" creationId="{E23362BC-33CB-D13B-B9DE-4F313D90E354}"/>
          </ac:spMkLst>
        </pc:spChg>
        <pc:spChg chg="add mod">
          <ac:chgData name="Sarthak Tomar" userId="3726efab4dd1c908" providerId="LiveId" clId="{3D4677A6-4196-4084-A350-1E4005305711}" dt="2026-09-02T15:48:02.205" v="2036" actId="1076"/>
          <ac:spMkLst>
            <pc:docMk/>
            <pc:sldMk cId="2436861065" sldId="266"/>
            <ac:spMk id="13" creationId="{23C53567-AA65-5F8C-71FF-45189D7EB44D}"/>
          </ac:spMkLst>
        </pc:spChg>
        <pc:spChg chg="add mod">
          <ac:chgData name="Sarthak Tomar" userId="3726efab4dd1c908" providerId="LiveId" clId="{3D4677A6-4196-4084-A350-1E4005305711}" dt="2026-09-02T15:48:15.689" v="2040" actId="208"/>
          <ac:spMkLst>
            <pc:docMk/>
            <pc:sldMk cId="2436861065" sldId="266"/>
            <ac:spMk id="14" creationId="{60B2D944-00BB-E286-E65B-FFFF84C22168}"/>
          </ac:spMkLst>
        </pc:spChg>
        <pc:grpChg chg="add mod">
          <ac:chgData name="Sarthak Tomar" userId="3726efab4dd1c908" providerId="LiveId" clId="{3D4677A6-4196-4084-A350-1E4005305711}" dt="2026-09-02T15:41:06.342" v="1881"/>
          <ac:grpSpMkLst>
            <pc:docMk/>
            <pc:sldMk cId="2436861065" sldId="266"/>
            <ac:grpSpMk id="2" creationId="{539EE806-9269-1B31-0D13-54D0E0AF1975}"/>
          </ac:grpSpMkLst>
        </pc:grpChg>
        <pc:grpChg chg="add mod">
          <ac:chgData name="Sarthak Tomar" userId="3726efab4dd1c908" providerId="LiveId" clId="{3D4677A6-4196-4084-A350-1E4005305711}" dt="2026-09-02T15:41:31.749" v="1882"/>
          <ac:grpSpMkLst>
            <pc:docMk/>
            <pc:sldMk cId="2436861065" sldId="266"/>
            <ac:grpSpMk id="5" creationId="{86BF97AD-FFAE-F4AA-329B-2AC963D73BF8}"/>
          </ac:grpSpMkLst>
        </pc:grpChg>
        <pc:graphicFrameChg chg="add del modGraphic">
          <ac:chgData name="Sarthak Tomar" userId="3726efab4dd1c908" providerId="LiveId" clId="{3D4677A6-4196-4084-A350-1E4005305711}" dt="2026-09-02T15:43:41.985" v="1943" actId="1032"/>
          <ac:graphicFrameMkLst>
            <pc:docMk/>
            <pc:sldMk cId="2436861065" sldId="266"/>
            <ac:graphicFrameMk id="11" creationId="{2CBB0C37-327E-1E3D-1E90-A856DAC697C0}"/>
          </ac:graphicFrameMkLst>
        </pc:graphicFrameChg>
        <pc:graphicFrameChg chg="add mod modGraphic">
          <ac:chgData name="Sarthak Tomar" userId="3726efab4dd1c908" providerId="LiveId" clId="{3D4677A6-4196-4084-A350-1E4005305711}" dt="2026-09-02T15:47:15.250" v="2016"/>
          <ac:graphicFrameMkLst>
            <pc:docMk/>
            <pc:sldMk cId="2436861065" sldId="266"/>
            <ac:graphicFrameMk id="12" creationId="{C2B8E65E-8B3B-5A7C-0F2F-373B91DAA25E}"/>
          </ac:graphicFrameMkLst>
        </pc:graphicFrameChg>
      </pc:sldChg>
      <pc:sldChg chg="addSp modSp new mod">
        <pc:chgData name="Sarthak Tomar" userId="3726efab4dd1c908" providerId="LiveId" clId="{3D4677A6-4196-4084-A350-1E4005305711}" dt="2026-09-02T15:56:21.178" v="2202" actId="14100"/>
        <pc:sldMkLst>
          <pc:docMk/>
          <pc:sldMk cId="1104573046" sldId="267"/>
        </pc:sldMkLst>
        <pc:spChg chg="mod">
          <ac:chgData name="Sarthak Tomar" userId="3726efab4dd1c908" providerId="LiveId" clId="{3D4677A6-4196-4084-A350-1E4005305711}" dt="2026-09-02T15:51:12.636" v="2042"/>
          <ac:spMkLst>
            <pc:docMk/>
            <pc:sldMk cId="1104573046" sldId="267"/>
            <ac:spMk id="3" creationId="{2D2E96C3-3883-B9E6-A661-0F1A3E6A21CA}"/>
          </ac:spMkLst>
        </pc:spChg>
        <pc:spChg chg="mod">
          <ac:chgData name="Sarthak Tomar" userId="3726efab4dd1c908" providerId="LiveId" clId="{3D4677A6-4196-4084-A350-1E4005305711}" dt="2026-09-02T15:51:12.636" v="2042"/>
          <ac:spMkLst>
            <pc:docMk/>
            <pc:sldMk cId="1104573046" sldId="267"/>
            <ac:spMk id="4" creationId="{8D965D0A-858F-ECA4-0052-C702665261D0}"/>
          </ac:spMkLst>
        </pc:spChg>
        <pc:spChg chg="mod">
          <ac:chgData name="Sarthak Tomar" userId="3726efab4dd1c908" providerId="LiveId" clId="{3D4677A6-4196-4084-A350-1E4005305711}" dt="2026-09-02T15:51:45.233" v="2048" actId="2711"/>
          <ac:spMkLst>
            <pc:docMk/>
            <pc:sldMk cId="1104573046" sldId="267"/>
            <ac:spMk id="6" creationId="{D8729498-89B7-1141-FB92-892F0DBDA410}"/>
          </ac:spMkLst>
        </pc:spChg>
        <pc:spChg chg="mod">
          <ac:chgData name="Sarthak Tomar" userId="3726efab4dd1c908" providerId="LiveId" clId="{3D4677A6-4196-4084-A350-1E4005305711}" dt="2026-09-02T15:51:39.954" v="2045"/>
          <ac:spMkLst>
            <pc:docMk/>
            <pc:sldMk cId="1104573046" sldId="267"/>
            <ac:spMk id="7" creationId="{5901028F-FCB5-80CA-51EC-22E2E377CD20}"/>
          </ac:spMkLst>
        </pc:spChg>
        <pc:spChg chg="add mod">
          <ac:chgData name="Sarthak Tomar" userId="3726efab4dd1c908" providerId="LiveId" clId="{3D4677A6-4196-4084-A350-1E4005305711}" dt="2026-09-02T15:53:57.650" v="2065" actId="113"/>
          <ac:spMkLst>
            <pc:docMk/>
            <pc:sldMk cId="1104573046" sldId="267"/>
            <ac:spMk id="9" creationId="{5BC9896F-192A-C884-769D-40195958E7A3}"/>
          </ac:spMkLst>
        </pc:spChg>
        <pc:spChg chg="add mod">
          <ac:chgData name="Sarthak Tomar" userId="3726efab4dd1c908" providerId="LiveId" clId="{3D4677A6-4196-4084-A350-1E4005305711}" dt="2026-09-02T15:54:37.036" v="2070" actId="208"/>
          <ac:spMkLst>
            <pc:docMk/>
            <pc:sldMk cId="1104573046" sldId="267"/>
            <ac:spMk id="10" creationId="{FC193149-23D8-13DA-DE7C-FC99361B4814}"/>
          </ac:spMkLst>
        </pc:spChg>
        <pc:spChg chg="add mod">
          <ac:chgData name="Sarthak Tomar" userId="3726efab4dd1c908" providerId="LiveId" clId="{3D4677A6-4196-4084-A350-1E4005305711}" dt="2026-09-02T15:54:37.036" v="2070" actId="208"/>
          <ac:spMkLst>
            <pc:docMk/>
            <pc:sldMk cId="1104573046" sldId="267"/>
            <ac:spMk id="11" creationId="{FE91D58C-E706-F8A4-DBC9-7FFE104398EB}"/>
          </ac:spMkLst>
        </pc:spChg>
        <pc:spChg chg="add mod">
          <ac:chgData name="Sarthak Tomar" userId="3726efab4dd1c908" providerId="LiveId" clId="{3D4677A6-4196-4084-A350-1E4005305711}" dt="2026-09-02T15:54:48.683" v="2072" actId="1076"/>
          <ac:spMkLst>
            <pc:docMk/>
            <pc:sldMk cId="1104573046" sldId="267"/>
            <ac:spMk id="12" creationId="{A9057F49-1C45-5707-62D8-3D7B430037E3}"/>
          </ac:spMkLst>
        </pc:spChg>
        <pc:spChg chg="add mod">
          <ac:chgData name="Sarthak Tomar" userId="3726efab4dd1c908" providerId="LiveId" clId="{3D4677A6-4196-4084-A350-1E4005305711}" dt="2026-09-02T15:54:52.981" v="2073" actId="1076"/>
          <ac:spMkLst>
            <pc:docMk/>
            <pc:sldMk cId="1104573046" sldId="267"/>
            <ac:spMk id="13" creationId="{B317B031-328C-A71E-516C-2758252AAD71}"/>
          </ac:spMkLst>
        </pc:spChg>
        <pc:spChg chg="add mod">
          <ac:chgData name="Sarthak Tomar" userId="3726efab4dd1c908" providerId="LiveId" clId="{3D4677A6-4196-4084-A350-1E4005305711}" dt="2026-09-02T15:55:04.246" v="2077" actId="207"/>
          <ac:spMkLst>
            <pc:docMk/>
            <pc:sldMk cId="1104573046" sldId="267"/>
            <ac:spMk id="14" creationId="{F9130050-5DBA-0157-7550-BEF495B3D1C2}"/>
          </ac:spMkLst>
        </pc:spChg>
        <pc:spChg chg="add mod">
          <ac:chgData name="Sarthak Tomar" userId="3726efab4dd1c908" providerId="LiveId" clId="{3D4677A6-4196-4084-A350-1E4005305711}" dt="2026-09-02T15:55:52.654" v="2139" actId="1076"/>
          <ac:spMkLst>
            <pc:docMk/>
            <pc:sldMk cId="1104573046" sldId="267"/>
            <ac:spMk id="15" creationId="{A237A929-24DA-D84E-FFC4-0057A705DD8D}"/>
          </ac:spMkLst>
        </pc:spChg>
        <pc:spChg chg="add mod">
          <ac:chgData name="Sarthak Tomar" userId="3726efab4dd1c908" providerId="LiveId" clId="{3D4677A6-4196-4084-A350-1E4005305711}" dt="2026-09-02T15:56:21.178" v="2202" actId="14100"/>
          <ac:spMkLst>
            <pc:docMk/>
            <pc:sldMk cId="1104573046" sldId="267"/>
            <ac:spMk id="16" creationId="{811D4116-B691-E1FE-34D5-6059FD0675A3}"/>
          </ac:spMkLst>
        </pc:spChg>
        <pc:grpChg chg="add mod">
          <ac:chgData name="Sarthak Tomar" userId="3726efab4dd1c908" providerId="LiveId" clId="{3D4677A6-4196-4084-A350-1E4005305711}" dt="2026-09-02T15:51:12.636" v="2042"/>
          <ac:grpSpMkLst>
            <pc:docMk/>
            <pc:sldMk cId="1104573046" sldId="267"/>
            <ac:grpSpMk id="2" creationId="{359A812D-A8B0-CBA1-34CC-A3B9C01F1D12}"/>
          </ac:grpSpMkLst>
        </pc:grpChg>
        <pc:grpChg chg="add mod">
          <ac:chgData name="Sarthak Tomar" userId="3726efab4dd1c908" providerId="LiveId" clId="{3D4677A6-4196-4084-A350-1E4005305711}" dt="2026-09-02T15:51:39.954" v="2045"/>
          <ac:grpSpMkLst>
            <pc:docMk/>
            <pc:sldMk cId="1104573046" sldId="267"/>
            <ac:grpSpMk id="5" creationId="{04BD7808-49AB-D996-3250-46F982557ABF}"/>
          </ac:grpSpMkLst>
        </pc:grpChg>
      </pc:sldChg>
      <pc:sldChg chg="addSp modSp new mod">
        <pc:chgData name="Sarthak Tomar" userId="3726efab4dd1c908" providerId="LiveId" clId="{3D4677A6-4196-4084-A350-1E4005305711}" dt="2026-09-02T16:11:59.367" v="2437" actId="1076"/>
        <pc:sldMkLst>
          <pc:docMk/>
          <pc:sldMk cId="1947013891" sldId="268"/>
        </pc:sldMkLst>
        <pc:spChg chg="mod">
          <ac:chgData name="Sarthak Tomar" userId="3726efab4dd1c908" providerId="LiveId" clId="{3D4677A6-4196-4084-A350-1E4005305711}" dt="2026-09-02T15:56:34.009" v="2204"/>
          <ac:spMkLst>
            <pc:docMk/>
            <pc:sldMk cId="1947013891" sldId="268"/>
            <ac:spMk id="3" creationId="{421E5825-8248-37BD-0D4A-08FDFF037C9A}"/>
          </ac:spMkLst>
        </pc:spChg>
        <pc:spChg chg="mod">
          <ac:chgData name="Sarthak Tomar" userId="3726efab4dd1c908" providerId="LiveId" clId="{3D4677A6-4196-4084-A350-1E4005305711}" dt="2026-09-02T15:56:34.009" v="2204"/>
          <ac:spMkLst>
            <pc:docMk/>
            <pc:sldMk cId="1947013891" sldId="268"/>
            <ac:spMk id="4" creationId="{23DA68DF-BBFC-9E95-CA0C-257207947386}"/>
          </ac:spMkLst>
        </pc:spChg>
        <pc:spChg chg="mod">
          <ac:chgData name="Sarthak Tomar" userId="3726efab4dd1c908" providerId="LiveId" clId="{3D4677A6-4196-4084-A350-1E4005305711}" dt="2026-09-02T16:07:45.193" v="2388" actId="404"/>
          <ac:spMkLst>
            <pc:docMk/>
            <pc:sldMk cId="1947013891" sldId="268"/>
            <ac:spMk id="6" creationId="{A88F641D-C6E7-D0FC-10DB-E95ABD245175}"/>
          </ac:spMkLst>
        </pc:spChg>
        <pc:spChg chg="mod">
          <ac:chgData name="Sarthak Tomar" userId="3726efab4dd1c908" providerId="LiveId" clId="{3D4677A6-4196-4084-A350-1E4005305711}" dt="2026-09-02T15:56:37.255" v="2205"/>
          <ac:spMkLst>
            <pc:docMk/>
            <pc:sldMk cId="1947013891" sldId="268"/>
            <ac:spMk id="7" creationId="{ACC69FBE-0B16-0E66-DFE2-56D31E085A4D}"/>
          </ac:spMkLst>
        </pc:spChg>
        <pc:spChg chg="add mod">
          <ac:chgData name="Sarthak Tomar" userId="3726efab4dd1c908" providerId="LiveId" clId="{3D4677A6-4196-4084-A350-1E4005305711}" dt="2026-09-02T16:11:59.367" v="2437" actId="1076"/>
          <ac:spMkLst>
            <pc:docMk/>
            <pc:sldMk cId="1947013891" sldId="268"/>
            <ac:spMk id="8" creationId="{E82681AB-1109-4D2B-8B17-7D846014A039}"/>
          </ac:spMkLst>
        </pc:spChg>
        <pc:spChg chg="add mod">
          <ac:chgData name="Sarthak Tomar" userId="3726efab4dd1c908" providerId="LiveId" clId="{3D4677A6-4196-4084-A350-1E4005305711}" dt="2026-09-02T16:11:59.367" v="2437" actId="1076"/>
          <ac:spMkLst>
            <pc:docMk/>
            <pc:sldMk cId="1947013891" sldId="268"/>
            <ac:spMk id="9" creationId="{D492A43A-0DAF-A594-D70A-CAEBE128F9E5}"/>
          </ac:spMkLst>
        </pc:spChg>
        <pc:spChg chg="mod">
          <ac:chgData name="Sarthak Tomar" userId="3726efab4dd1c908" providerId="LiveId" clId="{3D4677A6-4196-4084-A350-1E4005305711}" dt="2026-09-02T16:11:50.862" v="2436" actId="14100"/>
          <ac:spMkLst>
            <pc:docMk/>
            <pc:sldMk cId="1947013891" sldId="268"/>
            <ac:spMk id="11" creationId="{B5470A8F-8FE2-FE1B-F403-2A105E6B601E}"/>
          </ac:spMkLst>
        </pc:spChg>
        <pc:spChg chg="mod">
          <ac:chgData name="Sarthak Tomar" userId="3726efab4dd1c908" providerId="LiveId" clId="{3D4677A6-4196-4084-A350-1E4005305711}" dt="2026-09-02T15:59:35.484" v="2275"/>
          <ac:spMkLst>
            <pc:docMk/>
            <pc:sldMk cId="1947013891" sldId="268"/>
            <ac:spMk id="12" creationId="{6E6E35B5-3663-04A9-01EC-2AB6A4A4F7D6}"/>
          </ac:spMkLst>
        </pc:spChg>
        <pc:spChg chg="mod">
          <ac:chgData name="Sarthak Tomar" userId="3726efab4dd1c908" providerId="LiveId" clId="{3D4677A6-4196-4084-A350-1E4005305711}" dt="2026-09-02T15:58:58.579" v="2265"/>
          <ac:spMkLst>
            <pc:docMk/>
            <pc:sldMk cId="1947013891" sldId="268"/>
            <ac:spMk id="14" creationId="{82D05A1D-84FC-39A9-9D85-863D9E01E79F}"/>
          </ac:spMkLst>
        </pc:spChg>
        <pc:spChg chg="mod">
          <ac:chgData name="Sarthak Tomar" userId="3726efab4dd1c908" providerId="LiveId" clId="{3D4677A6-4196-4084-A350-1E4005305711}" dt="2026-09-02T15:58:58.579" v="2265"/>
          <ac:spMkLst>
            <pc:docMk/>
            <pc:sldMk cId="1947013891" sldId="268"/>
            <ac:spMk id="15" creationId="{4D0D3B91-D9A9-2EA0-C6EF-326469A8EB80}"/>
          </ac:spMkLst>
        </pc:spChg>
        <pc:spChg chg="mod">
          <ac:chgData name="Sarthak Tomar" userId="3726efab4dd1c908" providerId="LiveId" clId="{3D4677A6-4196-4084-A350-1E4005305711}" dt="2026-09-02T16:05:38.078" v="2332" actId="207"/>
          <ac:spMkLst>
            <pc:docMk/>
            <pc:sldMk cId="1947013891" sldId="268"/>
            <ac:spMk id="17" creationId="{0CF14E0F-C941-60C7-013C-A95E51D62E6B}"/>
          </ac:spMkLst>
        </pc:spChg>
        <pc:spChg chg="mod">
          <ac:chgData name="Sarthak Tomar" userId="3726efab4dd1c908" providerId="LiveId" clId="{3D4677A6-4196-4084-A350-1E4005305711}" dt="2026-09-02T15:59:22.490" v="2270"/>
          <ac:spMkLst>
            <pc:docMk/>
            <pc:sldMk cId="1947013891" sldId="268"/>
            <ac:spMk id="18" creationId="{A0E9BC8B-AAEA-65DB-1D42-403D62F1F248}"/>
          </ac:spMkLst>
        </pc:spChg>
        <pc:spChg chg="add mod">
          <ac:chgData name="Sarthak Tomar" userId="3726efab4dd1c908" providerId="LiveId" clId="{3D4677A6-4196-4084-A350-1E4005305711}" dt="2026-09-02T16:11:39.782" v="2435" actId="1076"/>
          <ac:spMkLst>
            <pc:docMk/>
            <pc:sldMk cId="1947013891" sldId="268"/>
            <ac:spMk id="20" creationId="{6AE3EF28-A634-C22B-5B78-D61BB7470984}"/>
          </ac:spMkLst>
        </pc:spChg>
        <pc:grpChg chg="add mod">
          <ac:chgData name="Sarthak Tomar" userId="3726efab4dd1c908" providerId="LiveId" clId="{3D4677A6-4196-4084-A350-1E4005305711}" dt="2026-09-02T15:56:34.009" v="2204"/>
          <ac:grpSpMkLst>
            <pc:docMk/>
            <pc:sldMk cId="1947013891" sldId="268"/>
            <ac:grpSpMk id="2" creationId="{518871C8-ABBD-3375-3A3C-74D1616225B6}"/>
          </ac:grpSpMkLst>
        </pc:grpChg>
        <pc:grpChg chg="add mod">
          <ac:chgData name="Sarthak Tomar" userId="3726efab4dd1c908" providerId="LiveId" clId="{3D4677A6-4196-4084-A350-1E4005305711}" dt="2026-09-02T16:07:42.566" v="2387" actId="14100"/>
          <ac:grpSpMkLst>
            <pc:docMk/>
            <pc:sldMk cId="1947013891" sldId="268"/>
            <ac:grpSpMk id="5" creationId="{A4E29C8C-BD5F-D1C0-D493-EB25E2A19D03}"/>
          </ac:grpSpMkLst>
        </pc:grpChg>
        <pc:grpChg chg="add mod">
          <ac:chgData name="Sarthak Tomar" userId="3726efab4dd1c908" providerId="LiveId" clId="{3D4677A6-4196-4084-A350-1E4005305711}" dt="2026-09-02T16:11:59.367" v="2437" actId="1076"/>
          <ac:grpSpMkLst>
            <pc:docMk/>
            <pc:sldMk cId="1947013891" sldId="268"/>
            <ac:grpSpMk id="10" creationId="{62701322-D6F8-1336-2A3A-5CD7FE277C19}"/>
          </ac:grpSpMkLst>
        </pc:grpChg>
        <pc:grpChg chg="add mod">
          <ac:chgData name="Sarthak Tomar" userId="3726efab4dd1c908" providerId="LiveId" clId="{3D4677A6-4196-4084-A350-1E4005305711}" dt="2026-09-02T15:58:58.579" v="2265"/>
          <ac:grpSpMkLst>
            <pc:docMk/>
            <pc:sldMk cId="1947013891" sldId="268"/>
            <ac:grpSpMk id="13" creationId="{041FD775-D44D-A267-F0CE-D2607397EFF5}"/>
          </ac:grpSpMkLst>
        </pc:grpChg>
        <pc:grpChg chg="add mod">
          <ac:chgData name="Sarthak Tomar" userId="3726efab4dd1c908" providerId="LiveId" clId="{3D4677A6-4196-4084-A350-1E4005305711}" dt="2026-09-02T16:11:59.367" v="2437" actId="1076"/>
          <ac:grpSpMkLst>
            <pc:docMk/>
            <pc:sldMk cId="1947013891" sldId="268"/>
            <ac:grpSpMk id="16" creationId="{E042346F-A6E7-5AC5-128B-CA7887B22F9C}"/>
          </ac:grpSpMkLst>
        </pc:grpChg>
      </pc:sldChg>
      <pc:sldChg chg="addSp modSp new mod">
        <pc:chgData name="Sarthak Tomar" userId="3726efab4dd1c908" providerId="LiveId" clId="{3D4677A6-4196-4084-A350-1E4005305711}" dt="2026-09-03T05:48:57.240" v="3049" actId="403"/>
        <pc:sldMkLst>
          <pc:docMk/>
          <pc:sldMk cId="1769020829" sldId="269"/>
        </pc:sldMkLst>
        <pc:spChg chg="mod">
          <ac:chgData name="Sarthak Tomar" userId="3726efab4dd1c908" providerId="LiveId" clId="{3D4677A6-4196-4084-A350-1E4005305711}" dt="2026-09-02T16:07:55.977" v="2390"/>
          <ac:spMkLst>
            <pc:docMk/>
            <pc:sldMk cId="1769020829" sldId="269"/>
            <ac:spMk id="3" creationId="{E145B853-F870-0ADB-7B18-CE37BC2C3BE7}"/>
          </ac:spMkLst>
        </pc:spChg>
        <pc:spChg chg="mod">
          <ac:chgData name="Sarthak Tomar" userId="3726efab4dd1c908" providerId="LiveId" clId="{3D4677A6-4196-4084-A350-1E4005305711}" dt="2026-09-02T16:07:55.977" v="2390"/>
          <ac:spMkLst>
            <pc:docMk/>
            <pc:sldMk cId="1769020829" sldId="269"/>
            <ac:spMk id="4" creationId="{FF951469-9026-EE72-6056-3DDAF523B6F1}"/>
          </ac:spMkLst>
        </pc:spChg>
        <pc:spChg chg="mod">
          <ac:chgData name="Sarthak Tomar" userId="3726efab4dd1c908" providerId="LiveId" clId="{3D4677A6-4196-4084-A350-1E4005305711}" dt="2026-09-02T16:09:59.051" v="2418" actId="20577"/>
          <ac:spMkLst>
            <pc:docMk/>
            <pc:sldMk cId="1769020829" sldId="269"/>
            <ac:spMk id="6" creationId="{82D2DE60-50AB-17D2-AE33-BE9333FE0C09}"/>
          </ac:spMkLst>
        </pc:spChg>
        <pc:spChg chg="mod">
          <ac:chgData name="Sarthak Tomar" userId="3726efab4dd1c908" providerId="LiveId" clId="{3D4677A6-4196-4084-A350-1E4005305711}" dt="2026-09-02T16:08:01.301" v="2391"/>
          <ac:spMkLst>
            <pc:docMk/>
            <pc:sldMk cId="1769020829" sldId="269"/>
            <ac:spMk id="7" creationId="{904E0631-9DF9-E79F-F34D-CE31A8C8684C}"/>
          </ac:spMkLst>
        </pc:spChg>
        <pc:spChg chg="add mod">
          <ac:chgData name="Sarthak Tomar" userId="3726efab4dd1c908" providerId="LiveId" clId="{3D4677A6-4196-4084-A350-1E4005305711}" dt="2026-09-03T05:48:57.240" v="3049" actId="403"/>
          <ac:spMkLst>
            <pc:docMk/>
            <pc:sldMk cId="1769020829" sldId="269"/>
            <ac:spMk id="10" creationId="{182AA155-D759-FA85-5B90-EB81D36ADAB5}"/>
          </ac:spMkLst>
        </pc:spChg>
        <pc:spChg chg="add">
          <ac:chgData name="Sarthak Tomar" userId="3726efab4dd1c908" providerId="LiveId" clId="{3D4677A6-4196-4084-A350-1E4005305711}" dt="2026-09-03T05:46:16.199" v="2769" actId="22"/>
          <ac:spMkLst>
            <pc:docMk/>
            <pc:sldMk cId="1769020829" sldId="269"/>
            <ac:spMk id="12" creationId="{41DA7F5D-F173-B762-874F-A2C48B3136DA}"/>
          </ac:spMkLst>
        </pc:spChg>
        <pc:grpChg chg="add mod">
          <ac:chgData name="Sarthak Tomar" userId="3726efab4dd1c908" providerId="LiveId" clId="{3D4677A6-4196-4084-A350-1E4005305711}" dt="2026-09-02T16:07:55.977" v="2390"/>
          <ac:grpSpMkLst>
            <pc:docMk/>
            <pc:sldMk cId="1769020829" sldId="269"/>
            <ac:grpSpMk id="2" creationId="{F2A0EDA2-7566-FEB8-08F5-15747D495213}"/>
          </ac:grpSpMkLst>
        </pc:grpChg>
        <pc:grpChg chg="add mod">
          <ac:chgData name="Sarthak Tomar" userId="3726efab4dd1c908" providerId="LiveId" clId="{3D4677A6-4196-4084-A350-1E4005305711}" dt="2026-09-02T16:08:01.301" v="2391"/>
          <ac:grpSpMkLst>
            <pc:docMk/>
            <pc:sldMk cId="1769020829" sldId="269"/>
            <ac:grpSpMk id="5" creationId="{351F0C50-ADC4-AD63-F1DE-5C0CA5D8B038}"/>
          </ac:grpSpMkLst>
        </pc:grpChg>
        <pc:graphicFrameChg chg="add mod modGraphic">
          <ac:chgData name="Sarthak Tomar" userId="3726efab4dd1c908" providerId="LiveId" clId="{3D4677A6-4196-4084-A350-1E4005305711}" dt="2026-09-03T05:45:53.854" v="2768" actId="1076"/>
          <ac:graphicFrameMkLst>
            <pc:docMk/>
            <pc:sldMk cId="1769020829" sldId="269"/>
            <ac:graphicFrameMk id="8" creationId="{51CF39E1-29BB-0BC6-21C7-7220A409E989}"/>
          </ac:graphicFrameMkLst>
        </pc:graphicFrameChg>
      </pc:sldChg>
      <pc:sldChg chg="addSp delSp modSp new mod">
        <pc:chgData name="Sarthak Tomar" userId="3726efab4dd1c908" providerId="LiveId" clId="{3D4677A6-4196-4084-A350-1E4005305711}" dt="2026-09-02T16:18:36.900" v="2646" actId="12100"/>
        <pc:sldMkLst>
          <pc:docMk/>
          <pc:sldMk cId="892735697" sldId="270"/>
        </pc:sldMkLst>
        <pc:spChg chg="mod">
          <ac:chgData name="Sarthak Tomar" userId="3726efab4dd1c908" providerId="LiveId" clId="{3D4677A6-4196-4084-A350-1E4005305711}" dt="2026-09-02T16:12:44.316" v="2442"/>
          <ac:spMkLst>
            <pc:docMk/>
            <pc:sldMk cId="892735697" sldId="270"/>
            <ac:spMk id="3" creationId="{5C7A95D6-52EB-3C4D-9F46-DAA443C9A7F3}"/>
          </ac:spMkLst>
        </pc:spChg>
        <pc:spChg chg="mod">
          <ac:chgData name="Sarthak Tomar" userId="3726efab4dd1c908" providerId="LiveId" clId="{3D4677A6-4196-4084-A350-1E4005305711}" dt="2026-09-02T16:12:44.316" v="2442"/>
          <ac:spMkLst>
            <pc:docMk/>
            <pc:sldMk cId="892735697" sldId="270"/>
            <ac:spMk id="4" creationId="{D0FE08B1-1217-91E4-0C40-987FA5810186}"/>
          </ac:spMkLst>
        </pc:spChg>
        <pc:spChg chg="mod">
          <ac:chgData name="Sarthak Tomar" userId="3726efab4dd1c908" providerId="LiveId" clId="{3D4677A6-4196-4084-A350-1E4005305711}" dt="2026-09-02T16:13:02.527" v="2461" actId="20577"/>
          <ac:spMkLst>
            <pc:docMk/>
            <pc:sldMk cId="892735697" sldId="270"/>
            <ac:spMk id="6" creationId="{56BBFEF7-657A-E85A-8C5E-8A33A8C715F5}"/>
          </ac:spMkLst>
        </pc:spChg>
        <pc:spChg chg="mod">
          <ac:chgData name="Sarthak Tomar" userId="3726efab4dd1c908" providerId="LiveId" clId="{3D4677A6-4196-4084-A350-1E4005305711}" dt="2026-09-02T16:12:56.305" v="2443"/>
          <ac:spMkLst>
            <pc:docMk/>
            <pc:sldMk cId="892735697" sldId="270"/>
            <ac:spMk id="7" creationId="{53BE4A5B-700B-7E4A-6B0E-94DB33F64BA5}"/>
          </ac:spMkLst>
        </pc:spChg>
        <pc:spChg chg="add del mod">
          <ac:chgData name="Sarthak Tomar" userId="3726efab4dd1c908" providerId="LiveId" clId="{3D4677A6-4196-4084-A350-1E4005305711}" dt="2026-09-02T16:13:36.066" v="2464" actId="478"/>
          <ac:spMkLst>
            <pc:docMk/>
            <pc:sldMk cId="892735697" sldId="270"/>
            <ac:spMk id="9" creationId="{2A31B71C-2CA3-395D-2BC6-ABB749660868}"/>
          </ac:spMkLst>
        </pc:spChg>
        <pc:grpChg chg="add mod">
          <ac:chgData name="Sarthak Tomar" userId="3726efab4dd1c908" providerId="LiveId" clId="{3D4677A6-4196-4084-A350-1E4005305711}" dt="2026-09-02T16:12:44.316" v="2442"/>
          <ac:grpSpMkLst>
            <pc:docMk/>
            <pc:sldMk cId="892735697" sldId="270"/>
            <ac:grpSpMk id="2" creationId="{C2D43914-8048-B9BE-962D-7811182DA525}"/>
          </ac:grpSpMkLst>
        </pc:grpChg>
        <pc:grpChg chg="add mod">
          <ac:chgData name="Sarthak Tomar" userId="3726efab4dd1c908" providerId="LiveId" clId="{3D4677A6-4196-4084-A350-1E4005305711}" dt="2026-09-02T16:12:56.305" v="2443"/>
          <ac:grpSpMkLst>
            <pc:docMk/>
            <pc:sldMk cId="892735697" sldId="270"/>
            <ac:grpSpMk id="5" creationId="{6FAE2AD5-B2C4-2BA3-2388-58676F904969}"/>
          </ac:grpSpMkLst>
        </pc:grpChg>
        <pc:graphicFrameChg chg="add mod modGraphic">
          <ac:chgData name="Sarthak Tomar" userId="3726efab4dd1c908" providerId="LiveId" clId="{3D4677A6-4196-4084-A350-1E4005305711}" dt="2026-09-02T16:18:36.900" v="2646" actId="12100"/>
          <ac:graphicFrameMkLst>
            <pc:docMk/>
            <pc:sldMk cId="892735697" sldId="270"/>
            <ac:graphicFrameMk id="8" creationId="{F73B0776-9A6E-F495-4D8B-4770A07F74B8}"/>
          </ac:graphicFrameMkLst>
        </pc:graphicFrameChg>
      </pc:sldChg>
      <pc:sldChg chg="addSp modSp new mod">
        <pc:chgData name="Sarthak Tomar" userId="3726efab4dd1c908" providerId="LiveId" clId="{3D4677A6-4196-4084-A350-1E4005305711}" dt="2026-09-02T16:23:02.749" v="2717" actId="403"/>
        <pc:sldMkLst>
          <pc:docMk/>
          <pc:sldMk cId="1076979147" sldId="271"/>
        </pc:sldMkLst>
        <pc:spChg chg="mod">
          <ac:chgData name="Sarthak Tomar" userId="3726efab4dd1c908" providerId="LiveId" clId="{3D4677A6-4196-4084-A350-1E4005305711}" dt="2026-09-02T16:18:51.398" v="2648"/>
          <ac:spMkLst>
            <pc:docMk/>
            <pc:sldMk cId="1076979147" sldId="271"/>
            <ac:spMk id="3" creationId="{5160BF3C-6214-5907-079F-2D3B16A9181E}"/>
          </ac:spMkLst>
        </pc:spChg>
        <pc:spChg chg="mod">
          <ac:chgData name="Sarthak Tomar" userId="3726efab4dd1c908" providerId="LiveId" clId="{3D4677A6-4196-4084-A350-1E4005305711}" dt="2026-09-02T16:18:51.398" v="2648"/>
          <ac:spMkLst>
            <pc:docMk/>
            <pc:sldMk cId="1076979147" sldId="271"/>
            <ac:spMk id="4" creationId="{66FDADE8-2C44-721B-F8FD-41B326AFE039}"/>
          </ac:spMkLst>
        </pc:spChg>
        <pc:spChg chg="mod">
          <ac:chgData name="Sarthak Tomar" userId="3726efab4dd1c908" providerId="LiveId" clId="{3D4677A6-4196-4084-A350-1E4005305711}" dt="2026-09-02T16:20:48.536" v="2693" actId="20577"/>
          <ac:spMkLst>
            <pc:docMk/>
            <pc:sldMk cId="1076979147" sldId="271"/>
            <ac:spMk id="6" creationId="{749B1C66-EF25-10A4-D08D-9F9F83D120D0}"/>
          </ac:spMkLst>
        </pc:spChg>
        <pc:spChg chg="mod">
          <ac:chgData name="Sarthak Tomar" userId="3726efab4dd1c908" providerId="LiveId" clId="{3D4677A6-4196-4084-A350-1E4005305711}" dt="2026-09-02T16:20:02.063" v="2649"/>
          <ac:spMkLst>
            <pc:docMk/>
            <pc:sldMk cId="1076979147" sldId="271"/>
            <ac:spMk id="7" creationId="{3DA7D105-D1C8-6566-2C3B-166016BC0DD6}"/>
          </ac:spMkLst>
        </pc:spChg>
        <pc:spChg chg="add mod">
          <ac:chgData name="Sarthak Tomar" userId="3726efab4dd1c908" providerId="LiveId" clId="{3D4677A6-4196-4084-A350-1E4005305711}" dt="2026-09-02T16:23:02.749" v="2717" actId="403"/>
          <ac:spMkLst>
            <pc:docMk/>
            <pc:sldMk cId="1076979147" sldId="271"/>
            <ac:spMk id="8" creationId="{5D4ACC9B-A32B-D7CB-36BD-E037219F3C2C}"/>
          </ac:spMkLst>
        </pc:spChg>
        <pc:grpChg chg="add mod">
          <ac:chgData name="Sarthak Tomar" userId="3726efab4dd1c908" providerId="LiveId" clId="{3D4677A6-4196-4084-A350-1E4005305711}" dt="2026-09-02T16:18:51.398" v="2648"/>
          <ac:grpSpMkLst>
            <pc:docMk/>
            <pc:sldMk cId="1076979147" sldId="271"/>
            <ac:grpSpMk id="2" creationId="{C38B94AC-C6F6-6515-672C-89E229430E14}"/>
          </ac:grpSpMkLst>
        </pc:grpChg>
        <pc:grpChg chg="add mod">
          <ac:chgData name="Sarthak Tomar" userId="3726efab4dd1c908" providerId="LiveId" clId="{3D4677A6-4196-4084-A350-1E4005305711}" dt="2026-09-02T16:20:57.072" v="2695" actId="1076"/>
          <ac:grpSpMkLst>
            <pc:docMk/>
            <pc:sldMk cId="1076979147" sldId="271"/>
            <ac:grpSpMk id="5" creationId="{CB05029D-2737-8543-8197-321930348FF9}"/>
          </ac:grpSpMkLst>
        </pc:grpChg>
      </pc:sldChg>
      <pc:sldChg chg="addSp delSp modSp new mod">
        <pc:chgData name="Sarthak Tomar" userId="3726efab4dd1c908" providerId="LiveId" clId="{3D4677A6-4196-4084-A350-1E4005305711}" dt="2026-09-03T05:45:15.480" v="2766" actId="20577"/>
        <pc:sldMkLst>
          <pc:docMk/>
          <pc:sldMk cId="1449492297" sldId="272"/>
        </pc:sldMkLst>
        <pc:spChg chg="mod">
          <ac:chgData name="Sarthak Tomar" userId="3726efab4dd1c908" providerId="LiveId" clId="{3D4677A6-4196-4084-A350-1E4005305711}" dt="2026-09-02T16:25:57.068" v="2719"/>
          <ac:spMkLst>
            <pc:docMk/>
            <pc:sldMk cId="1449492297" sldId="272"/>
            <ac:spMk id="3" creationId="{1A17F2E9-4979-123B-E8E8-238E2E4843C4}"/>
          </ac:spMkLst>
        </pc:spChg>
        <pc:spChg chg="mod">
          <ac:chgData name="Sarthak Tomar" userId="3726efab4dd1c908" providerId="LiveId" clId="{3D4677A6-4196-4084-A350-1E4005305711}" dt="2026-09-02T16:25:57.068" v="2719"/>
          <ac:spMkLst>
            <pc:docMk/>
            <pc:sldMk cId="1449492297" sldId="272"/>
            <ac:spMk id="4" creationId="{D06C3F36-0BB7-09DC-983B-1F3D158B127D}"/>
          </ac:spMkLst>
        </pc:spChg>
        <pc:spChg chg="mod">
          <ac:chgData name="Sarthak Tomar" userId="3726efab4dd1c908" providerId="LiveId" clId="{3D4677A6-4196-4084-A350-1E4005305711}" dt="2026-09-02T16:26:05.556" v="2730" actId="20577"/>
          <ac:spMkLst>
            <pc:docMk/>
            <pc:sldMk cId="1449492297" sldId="272"/>
            <ac:spMk id="6" creationId="{A700A5EA-8CAE-7543-ED63-030850D79683}"/>
          </ac:spMkLst>
        </pc:spChg>
        <pc:spChg chg="mod">
          <ac:chgData name="Sarthak Tomar" userId="3726efab4dd1c908" providerId="LiveId" clId="{3D4677A6-4196-4084-A350-1E4005305711}" dt="2026-09-02T16:26:01.001" v="2720"/>
          <ac:spMkLst>
            <pc:docMk/>
            <pc:sldMk cId="1449492297" sldId="272"/>
            <ac:spMk id="7" creationId="{E60FFA4E-65DB-8A57-E397-58651B7D2ED4}"/>
          </ac:spMkLst>
        </pc:spChg>
        <pc:spChg chg="add del mod">
          <ac:chgData name="Sarthak Tomar" userId="3726efab4dd1c908" providerId="LiveId" clId="{3D4677A6-4196-4084-A350-1E4005305711}" dt="2026-09-02T16:26:42.006" v="2742"/>
          <ac:spMkLst>
            <pc:docMk/>
            <pc:sldMk cId="1449492297" sldId="272"/>
            <ac:spMk id="9" creationId="{221EEF52-0E01-9852-61B9-FA3021BA9E70}"/>
          </ac:spMkLst>
        </pc:spChg>
        <pc:spChg chg="add mod">
          <ac:chgData name="Sarthak Tomar" userId="3726efab4dd1c908" providerId="LiveId" clId="{3D4677A6-4196-4084-A350-1E4005305711}" dt="2026-09-03T05:45:15.480" v="2766" actId="20577"/>
          <ac:spMkLst>
            <pc:docMk/>
            <pc:sldMk cId="1449492297" sldId="272"/>
            <ac:spMk id="11" creationId="{424C418D-E4C2-943A-4350-D40012527287}"/>
          </ac:spMkLst>
        </pc:spChg>
        <pc:spChg chg="add mod">
          <ac:chgData name="Sarthak Tomar" userId="3726efab4dd1c908" providerId="LiveId" clId="{3D4677A6-4196-4084-A350-1E4005305711}" dt="2026-09-02T16:27:08.406" v="2748" actId="1076"/>
          <ac:spMkLst>
            <pc:docMk/>
            <pc:sldMk cId="1449492297" sldId="272"/>
            <ac:spMk id="12" creationId="{EABFEA1A-A646-82F0-303A-CE872D1FF048}"/>
          </ac:spMkLst>
        </pc:spChg>
        <pc:grpChg chg="add mod">
          <ac:chgData name="Sarthak Tomar" userId="3726efab4dd1c908" providerId="LiveId" clId="{3D4677A6-4196-4084-A350-1E4005305711}" dt="2026-09-02T16:25:57.068" v="2719"/>
          <ac:grpSpMkLst>
            <pc:docMk/>
            <pc:sldMk cId="1449492297" sldId="272"/>
            <ac:grpSpMk id="2" creationId="{BFFCB67C-9FF7-CD1D-2B74-19914846DD4D}"/>
          </ac:grpSpMkLst>
        </pc:grpChg>
        <pc:grpChg chg="add mod">
          <ac:chgData name="Sarthak Tomar" userId="3726efab4dd1c908" providerId="LiveId" clId="{3D4677A6-4196-4084-A350-1E4005305711}" dt="2026-09-02T16:26:01.001" v="2720"/>
          <ac:grpSpMkLst>
            <pc:docMk/>
            <pc:sldMk cId="1449492297" sldId="272"/>
            <ac:grpSpMk id="5" creationId="{AF8C5118-A30A-D53C-917E-A7FEC8EB8043}"/>
          </ac:grpSpMkLst>
        </pc:grpChg>
        <pc:graphicFrameChg chg="add mod modGraphic">
          <ac:chgData name="Sarthak Tomar" userId="3726efab4dd1c908" providerId="LiveId" clId="{3D4677A6-4196-4084-A350-1E4005305711}" dt="2026-09-02T16:28:56.708" v="2763" actId="2711"/>
          <ac:graphicFrameMkLst>
            <pc:docMk/>
            <pc:sldMk cId="1449492297" sldId="272"/>
            <ac:graphicFrameMk id="13" creationId="{F7972739-00CF-8613-A0DF-E5E15A9185DF}"/>
          </ac:graphicFrameMkLst>
        </pc:graphicFrameChg>
      </pc:sldChg>
      <pc:sldMasterChg chg="setBg modSldLayout">
        <pc:chgData name="Sarthak Tomar" userId="3726efab4dd1c908" providerId="LiveId" clId="{3D4677A6-4196-4084-A350-1E4005305711}" dt="2026-09-02T14:34:07.858" v="1"/>
        <pc:sldMasterMkLst>
          <pc:docMk/>
          <pc:sldMasterMk cId="4087442207" sldId="2147483648"/>
        </pc:sldMasterMkLst>
        <pc:sldLayoutChg chg="setBg">
          <pc:chgData name="Sarthak Tomar" userId="3726efab4dd1c908" providerId="LiveId" clId="{3D4677A6-4196-4084-A350-1E4005305711}" dt="2026-09-02T14:34:07.858" v="1"/>
          <pc:sldLayoutMkLst>
            <pc:docMk/>
            <pc:sldMasterMk cId="4087442207" sldId="2147483648"/>
            <pc:sldLayoutMk cId="1474253788" sldId="2147483649"/>
          </pc:sldLayoutMkLst>
        </pc:sldLayoutChg>
        <pc:sldLayoutChg chg="setBg">
          <pc:chgData name="Sarthak Tomar" userId="3726efab4dd1c908" providerId="LiveId" clId="{3D4677A6-4196-4084-A350-1E4005305711}" dt="2026-09-02T14:34:07.858" v="1"/>
          <pc:sldLayoutMkLst>
            <pc:docMk/>
            <pc:sldMasterMk cId="4087442207" sldId="2147483648"/>
            <pc:sldLayoutMk cId="797476687" sldId="2147483650"/>
          </pc:sldLayoutMkLst>
        </pc:sldLayoutChg>
        <pc:sldLayoutChg chg="setBg">
          <pc:chgData name="Sarthak Tomar" userId="3726efab4dd1c908" providerId="LiveId" clId="{3D4677A6-4196-4084-A350-1E4005305711}" dt="2026-09-02T14:34:07.858" v="1"/>
          <pc:sldLayoutMkLst>
            <pc:docMk/>
            <pc:sldMasterMk cId="4087442207" sldId="2147483648"/>
            <pc:sldLayoutMk cId="1747477872" sldId="2147483651"/>
          </pc:sldLayoutMkLst>
        </pc:sldLayoutChg>
        <pc:sldLayoutChg chg="setBg">
          <pc:chgData name="Sarthak Tomar" userId="3726efab4dd1c908" providerId="LiveId" clId="{3D4677A6-4196-4084-A350-1E4005305711}" dt="2026-09-02T14:34:07.858" v="1"/>
          <pc:sldLayoutMkLst>
            <pc:docMk/>
            <pc:sldMasterMk cId="4087442207" sldId="2147483648"/>
            <pc:sldLayoutMk cId="3137851567" sldId="2147483652"/>
          </pc:sldLayoutMkLst>
        </pc:sldLayoutChg>
        <pc:sldLayoutChg chg="setBg">
          <pc:chgData name="Sarthak Tomar" userId="3726efab4dd1c908" providerId="LiveId" clId="{3D4677A6-4196-4084-A350-1E4005305711}" dt="2026-09-02T14:34:07.858" v="1"/>
          <pc:sldLayoutMkLst>
            <pc:docMk/>
            <pc:sldMasterMk cId="4087442207" sldId="2147483648"/>
            <pc:sldLayoutMk cId="2385584783" sldId="2147483653"/>
          </pc:sldLayoutMkLst>
        </pc:sldLayoutChg>
        <pc:sldLayoutChg chg="setBg">
          <pc:chgData name="Sarthak Tomar" userId="3726efab4dd1c908" providerId="LiveId" clId="{3D4677A6-4196-4084-A350-1E4005305711}" dt="2026-09-02T14:34:07.858" v="1"/>
          <pc:sldLayoutMkLst>
            <pc:docMk/>
            <pc:sldMasterMk cId="4087442207" sldId="2147483648"/>
            <pc:sldLayoutMk cId="3054105565" sldId="2147483654"/>
          </pc:sldLayoutMkLst>
        </pc:sldLayoutChg>
        <pc:sldLayoutChg chg="setBg">
          <pc:chgData name="Sarthak Tomar" userId="3726efab4dd1c908" providerId="LiveId" clId="{3D4677A6-4196-4084-A350-1E4005305711}" dt="2026-09-02T14:34:07.858" v="1"/>
          <pc:sldLayoutMkLst>
            <pc:docMk/>
            <pc:sldMasterMk cId="4087442207" sldId="2147483648"/>
            <pc:sldLayoutMk cId="740968989" sldId="2147483655"/>
          </pc:sldLayoutMkLst>
        </pc:sldLayoutChg>
        <pc:sldLayoutChg chg="setBg">
          <pc:chgData name="Sarthak Tomar" userId="3726efab4dd1c908" providerId="LiveId" clId="{3D4677A6-4196-4084-A350-1E4005305711}" dt="2026-09-02T14:34:07.858" v="1"/>
          <pc:sldLayoutMkLst>
            <pc:docMk/>
            <pc:sldMasterMk cId="4087442207" sldId="2147483648"/>
            <pc:sldLayoutMk cId="1161340588" sldId="2147483656"/>
          </pc:sldLayoutMkLst>
        </pc:sldLayoutChg>
        <pc:sldLayoutChg chg="setBg">
          <pc:chgData name="Sarthak Tomar" userId="3726efab4dd1c908" providerId="LiveId" clId="{3D4677A6-4196-4084-A350-1E4005305711}" dt="2026-09-02T14:34:07.858" v="1"/>
          <pc:sldLayoutMkLst>
            <pc:docMk/>
            <pc:sldMasterMk cId="4087442207" sldId="2147483648"/>
            <pc:sldLayoutMk cId="2418066313" sldId="2147483657"/>
          </pc:sldLayoutMkLst>
        </pc:sldLayoutChg>
        <pc:sldLayoutChg chg="setBg">
          <pc:chgData name="Sarthak Tomar" userId="3726efab4dd1c908" providerId="LiveId" clId="{3D4677A6-4196-4084-A350-1E4005305711}" dt="2026-09-02T14:34:07.858" v="1"/>
          <pc:sldLayoutMkLst>
            <pc:docMk/>
            <pc:sldMasterMk cId="4087442207" sldId="2147483648"/>
            <pc:sldLayoutMk cId="1928642526" sldId="2147483658"/>
          </pc:sldLayoutMkLst>
        </pc:sldLayoutChg>
        <pc:sldLayoutChg chg="setBg">
          <pc:chgData name="Sarthak Tomar" userId="3726efab4dd1c908" providerId="LiveId" clId="{3D4677A6-4196-4084-A350-1E4005305711}" dt="2026-09-02T14:34:07.858" v="1"/>
          <pc:sldLayoutMkLst>
            <pc:docMk/>
            <pc:sldMasterMk cId="4087442207" sldId="2147483648"/>
            <pc:sldLayoutMk cId="88243914" sldId="2147483659"/>
          </pc:sldLayoutMkLst>
        </pc:sldLayoutChg>
      </pc:sldMasterChg>
    </pc:docChg>
  </pc:docChgLst>
</pc:chgInfo>
</file>

<file path=ppt/diagrams/_rels/data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image" Target="../media/image7.png"/></Relationships>
</file>

<file path=ppt/diagrams/_rels/data7.xml.rels><?xml version="1.0" encoding="UTF-8" standalone="yes"?>
<Relationships xmlns="http://schemas.openxmlformats.org/package/2006/relationships"><Relationship Id="rId1" Type="http://schemas.openxmlformats.org/officeDocument/2006/relationships/image" Target="../media/image9.png"/></Relationships>
</file>

<file path=ppt/diagrams/_rels/data9.xml.rels><?xml version="1.0" encoding="UTF-8" standalone="yes"?>
<Relationships xmlns="http://schemas.openxmlformats.org/package/2006/relationships"><Relationship Id="rId1"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0NoLn">
    <dgm:fillClrLst meth="repeat">
      <a:schemeClr val="accent3"/>
    </dgm:fillClrLst>
    <dgm:linClrLst meth="repeat">
      <a:schemeClr val="lt1">
        <a:alpha val="0"/>
      </a:schemeClr>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node1NoLn">
    <dgm:fillClrLst>
      <a:schemeClr val="accent4"/>
      <a:schemeClr val="accent5"/>
    </dgm:fillClrLst>
    <dgm:linClrLst meth="repeat">
      <a:schemeClr val="lt1">
        <a:alpha val="0"/>
      </a:schemeClr>
    </dgm:linClrLst>
    <dgm:effectClrLst/>
    <dgm:txLinClrLst/>
    <dgm:txFillClrLst/>
    <dgm:txEffectClrLst/>
  </dgm:styleLbl>
  <dgm:styleLbl name="ltNode1NoLn">
    <dgm:fillClrLst>
      <a:schemeClr val="accent4">
        <a:tint val="75000"/>
      </a:schemeClr>
      <a:schemeClr val="accent5">
        <a:tint val="75000"/>
      </a:schemeClr>
    </dgm:fillClrLst>
    <dgm:linClrLst meth="repeat">
      <a:schemeClr val="lt1">
        <a:alpha val="0"/>
      </a:schemeClr>
    </dgm:linClrLst>
    <dgm:effectClrLst/>
    <dgm:txLinClrLst/>
    <dgm:txFillClrLst meth="repeat">
      <a:schemeClr val="dk1"/>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2NoLn">
    <dgm:fillClrLst>
      <a:schemeClr val="accent5"/>
    </dgm:fillClrLst>
    <dgm:linClrLst meth="repeat">
      <a:schemeClr val="lt1">
        <a:alpha val="0"/>
      </a:schemeClr>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3NoLn">
    <dgm:fillClrLst>
      <a:schemeClr val="accent6"/>
    </dgm:fillClrLst>
    <dgm:linClrLst meth="repeat">
      <a:schemeClr val="lt1">
        <a:alpha val="0"/>
      </a:schemeClr>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node4NoLn">
    <dgm:fillClrLst>
      <a:schemeClr val="accent1"/>
    </dgm:fillClrLst>
    <dgm:linClrLst meth="repeat">
      <a:schemeClr val="lt1">
        <a:alpha val="0"/>
      </a:schemeClr>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E12017D-9017-4EC4-894D-0C2573C3BD4D}" type="doc">
      <dgm:prSet loTypeId="urn:microsoft.com/office/officeart/2005/8/layout/process1" loCatId="process" qsTypeId="urn:microsoft.com/office/officeart/2005/8/quickstyle/simple1" qsCatId="simple" csTypeId="urn:microsoft.com/office/officeart/2005/8/colors/colorful4" csCatId="colorful" phldr="1"/>
      <dgm:spPr/>
      <dgm:t>
        <a:bodyPr/>
        <a:lstStyle/>
        <a:p>
          <a:endParaRPr lang="en-IN"/>
        </a:p>
      </dgm:t>
    </dgm:pt>
    <dgm:pt modelId="{1F249688-6F08-46DB-8AB2-04BEE803EE61}">
      <dgm:prSet phldrT="[Text]" phldr="0"/>
      <dgm:spPr/>
      <dgm:t>
        <a:bodyPr/>
        <a:lstStyle/>
        <a:p>
          <a:r>
            <a:rPr lang="en-IN" b="1" dirty="0">
              <a:latin typeface="Agency FB" panose="020B0503020202020204" pitchFamily="34" charset="0"/>
            </a:rPr>
            <a:t>Input Spectrum</a:t>
          </a:r>
        </a:p>
      </dgm:t>
    </dgm:pt>
    <dgm:pt modelId="{A1F5B719-928A-4186-AABF-C6287BF68ECE}" type="parTrans" cxnId="{473917E3-C3D1-42B1-8EEA-0CF3B4E8AB13}">
      <dgm:prSet/>
      <dgm:spPr/>
      <dgm:t>
        <a:bodyPr/>
        <a:lstStyle/>
        <a:p>
          <a:endParaRPr lang="en-IN" b="1">
            <a:latin typeface="Agency FB" panose="020B0503020202020204" pitchFamily="34" charset="0"/>
          </a:endParaRPr>
        </a:p>
      </dgm:t>
    </dgm:pt>
    <dgm:pt modelId="{CCDB7921-5D29-4020-A03B-588DC98518B7}" type="sibTrans" cxnId="{473917E3-C3D1-42B1-8EEA-0CF3B4E8AB13}">
      <dgm:prSet/>
      <dgm:spPr/>
      <dgm:t>
        <a:bodyPr/>
        <a:lstStyle/>
        <a:p>
          <a:endParaRPr lang="en-IN" b="1">
            <a:latin typeface="Agency FB" panose="020B0503020202020204" pitchFamily="34" charset="0"/>
          </a:endParaRPr>
        </a:p>
      </dgm:t>
    </dgm:pt>
    <dgm:pt modelId="{9BEC0E58-3E0A-4E9D-B23A-F77E91826353}">
      <dgm:prSet phldrT="[Text]" phldr="0"/>
      <dgm:spPr/>
      <dgm:t>
        <a:bodyPr/>
        <a:lstStyle/>
        <a:p>
          <a:r>
            <a:rPr lang="en-IN" b="1">
              <a:latin typeface="Agency FB" panose="020B0503020202020204" pitchFamily="34" charset="0"/>
            </a:rPr>
            <a:t>Encoder</a:t>
          </a:r>
        </a:p>
      </dgm:t>
    </dgm:pt>
    <dgm:pt modelId="{316E185F-8539-42A0-8C1D-EA28E9499D15}" type="parTrans" cxnId="{688DB7D9-3F67-4D98-BB0B-273DA1A3BAA6}">
      <dgm:prSet/>
      <dgm:spPr/>
      <dgm:t>
        <a:bodyPr/>
        <a:lstStyle/>
        <a:p>
          <a:endParaRPr lang="en-IN" b="1">
            <a:latin typeface="Agency FB" panose="020B0503020202020204" pitchFamily="34" charset="0"/>
          </a:endParaRPr>
        </a:p>
      </dgm:t>
    </dgm:pt>
    <dgm:pt modelId="{256BEFCD-AB4E-4E6E-BE56-22D66D2F106B}" type="sibTrans" cxnId="{688DB7D9-3F67-4D98-BB0B-273DA1A3BAA6}">
      <dgm:prSet/>
      <dgm:spPr/>
      <dgm:t>
        <a:bodyPr/>
        <a:lstStyle/>
        <a:p>
          <a:endParaRPr lang="en-IN" b="1">
            <a:latin typeface="Agency FB" panose="020B0503020202020204" pitchFamily="34" charset="0"/>
          </a:endParaRPr>
        </a:p>
      </dgm:t>
    </dgm:pt>
    <dgm:pt modelId="{C72AA816-C86E-4E17-AE26-753FD9BC7633}">
      <dgm:prSet phldrT="[Text]" phldr="0"/>
      <dgm:spPr/>
      <dgm:t>
        <a:bodyPr/>
        <a:lstStyle/>
        <a:p>
          <a:r>
            <a:rPr lang="en-IN" b="1">
              <a:latin typeface="Agency FB" panose="020B0503020202020204" pitchFamily="34" charset="0"/>
            </a:rPr>
            <a:t>Learned Features</a:t>
          </a:r>
        </a:p>
      </dgm:t>
    </dgm:pt>
    <dgm:pt modelId="{E5B3565B-7F2C-4E77-B255-E5B459E25B39}" type="parTrans" cxnId="{A1AFA034-291E-44B6-B6F6-70CB57151BAF}">
      <dgm:prSet/>
      <dgm:spPr/>
      <dgm:t>
        <a:bodyPr/>
        <a:lstStyle/>
        <a:p>
          <a:endParaRPr lang="en-IN" b="1">
            <a:latin typeface="Agency FB" panose="020B0503020202020204" pitchFamily="34" charset="0"/>
          </a:endParaRPr>
        </a:p>
      </dgm:t>
    </dgm:pt>
    <dgm:pt modelId="{55842DC5-02B9-4B03-BBB0-F882A25E15FC}" type="sibTrans" cxnId="{A1AFA034-291E-44B6-B6F6-70CB57151BAF}">
      <dgm:prSet/>
      <dgm:spPr/>
      <dgm:t>
        <a:bodyPr/>
        <a:lstStyle/>
        <a:p>
          <a:endParaRPr lang="en-IN" b="1">
            <a:latin typeface="Agency FB" panose="020B0503020202020204" pitchFamily="34" charset="0"/>
          </a:endParaRPr>
        </a:p>
      </dgm:t>
    </dgm:pt>
    <dgm:pt modelId="{A04B1B7C-65DD-415B-B716-9579529F64A3}">
      <dgm:prSet phldrT="[Text]" phldr="0"/>
      <dgm:spPr/>
      <dgm:t>
        <a:bodyPr/>
        <a:lstStyle/>
        <a:p>
          <a:r>
            <a:rPr lang="en-IN" b="1">
              <a:latin typeface="Agency FB" panose="020B0503020202020204" pitchFamily="34" charset="0"/>
            </a:rPr>
            <a:t>Decoder</a:t>
          </a:r>
        </a:p>
      </dgm:t>
    </dgm:pt>
    <dgm:pt modelId="{38CAD8CC-DF16-431D-9A45-E81B5FD88E35}" type="parTrans" cxnId="{321BD775-CD21-4C4D-9E17-23B1D5D35C0F}">
      <dgm:prSet/>
      <dgm:spPr/>
      <dgm:t>
        <a:bodyPr/>
        <a:lstStyle/>
        <a:p>
          <a:endParaRPr lang="en-IN" b="1">
            <a:latin typeface="Agency FB" panose="020B0503020202020204" pitchFamily="34" charset="0"/>
          </a:endParaRPr>
        </a:p>
      </dgm:t>
    </dgm:pt>
    <dgm:pt modelId="{9B507E82-3904-4E7C-A1F1-DB33BF99258F}" type="sibTrans" cxnId="{321BD775-CD21-4C4D-9E17-23B1D5D35C0F}">
      <dgm:prSet/>
      <dgm:spPr/>
      <dgm:t>
        <a:bodyPr/>
        <a:lstStyle/>
        <a:p>
          <a:endParaRPr lang="en-IN" b="1">
            <a:latin typeface="Agency FB" panose="020B0503020202020204" pitchFamily="34" charset="0"/>
          </a:endParaRPr>
        </a:p>
      </dgm:t>
    </dgm:pt>
    <dgm:pt modelId="{B998746D-4A0C-4375-B437-9F3CC4448C96}">
      <dgm:prSet phldrT="[Text]" phldr="0"/>
      <dgm:spPr/>
      <dgm:t>
        <a:bodyPr/>
        <a:lstStyle/>
        <a:p>
          <a:r>
            <a:rPr lang="en-IN" b="1" dirty="0">
              <a:latin typeface="Agency FB" panose="020B0503020202020204" pitchFamily="34" charset="0"/>
            </a:rPr>
            <a:t>Reconstructed Spectrum</a:t>
          </a:r>
        </a:p>
      </dgm:t>
    </dgm:pt>
    <dgm:pt modelId="{87575835-B4E6-449F-B7E7-3D9703CA1DC9}" type="parTrans" cxnId="{59F32D29-C28D-40E3-90BE-118B60A2C39F}">
      <dgm:prSet/>
      <dgm:spPr/>
      <dgm:t>
        <a:bodyPr/>
        <a:lstStyle/>
        <a:p>
          <a:endParaRPr lang="en-IN" b="1">
            <a:latin typeface="Agency FB" panose="020B0503020202020204" pitchFamily="34" charset="0"/>
          </a:endParaRPr>
        </a:p>
      </dgm:t>
    </dgm:pt>
    <dgm:pt modelId="{EBCC5B5B-6ABC-4129-87F1-F1CCD90FD778}" type="sibTrans" cxnId="{59F32D29-C28D-40E3-90BE-118B60A2C39F}">
      <dgm:prSet/>
      <dgm:spPr/>
      <dgm:t>
        <a:bodyPr/>
        <a:lstStyle/>
        <a:p>
          <a:endParaRPr lang="en-IN" b="1">
            <a:latin typeface="Agency FB" panose="020B0503020202020204" pitchFamily="34" charset="0"/>
          </a:endParaRPr>
        </a:p>
      </dgm:t>
    </dgm:pt>
    <dgm:pt modelId="{B6381140-485A-43AF-8978-864D9DEE959F}" type="pres">
      <dgm:prSet presAssocID="{6E12017D-9017-4EC4-894D-0C2573C3BD4D}" presName="Name0" presStyleCnt="0">
        <dgm:presLayoutVars>
          <dgm:dir/>
          <dgm:resizeHandles val="exact"/>
        </dgm:presLayoutVars>
      </dgm:prSet>
      <dgm:spPr/>
    </dgm:pt>
    <dgm:pt modelId="{666FB137-0A15-416D-A630-7A219DD7E348}" type="pres">
      <dgm:prSet presAssocID="{1F249688-6F08-46DB-8AB2-04BEE803EE61}" presName="node" presStyleLbl="node1" presStyleIdx="0" presStyleCnt="5">
        <dgm:presLayoutVars>
          <dgm:bulletEnabled val="1"/>
        </dgm:presLayoutVars>
      </dgm:prSet>
      <dgm:spPr/>
    </dgm:pt>
    <dgm:pt modelId="{4C7249B2-1FEC-4D9A-8942-2DCF53A06319}" type="pres">
      <dgm:prSet presAssocID="{CCDB7921-5D29-4020-A03B-588DC98518B7}" presName="sibTrans" presStyleLbl="sibTrans2D1" presStyleIdx="0" presStyleCnt="4"/>
      <dgm:spPr/>
    </dgm:pt>
    <dgm:pt modelId="{22DEB015-6344-45F9-8658-83133C2C25FC}" type="pres">
      <dgm:prSet presAssocID="{CCDB7921-5D29-4020-A03B-588DC98518B7}" presName="connectorText" presStyleLbl="sibTrans2D1" presStyleIdx="0" presStyleCnt="4"/>
      <dgm:spPr/>
    </dgm:pt>
    <dgm:pt modelId="{27372669-C3E7-4E3E-8F1D-31E1437B015B}" type="pres">
      <dgm:prSet presAssocID="{9BEC0E58-3E0A-4E9D-B23A-F77E91826353}" presName="node" presStyleLbl="node1" presStyleIdx="1" presStyleCnt="5">
        <dgm:presLayoutVars>
          <dgm:bulletEnabled val="1"/>
        </dgm:presLayoutVars>
      </dgm:prSet>
      <dgm:spPr/>
    </dgm:pt>
    <dgm:pt modelId="{FAC867FC-1CD0-4490-BC9A-1BC9F93EC425}" type="pres">
      <dgm:prSet presAssocID="{256BEFCD-AB4E-4E6E-BE56-22D66D2F106B}" presName="sibTrans" presStyleLbl="sibTrans2D1" presStyleIdx="1" presStyleCnt="4"/>
      <dgm:spPr/>
    </dgm:pt>
    <dgm:pt modelId="{2A9CFB87-5169-4BF4-BA8F-2434F9D48F29}" type="pres">
      <dgm:prSet presAssocID="{256BEFCD-AB4E-4E6E-BE56-22D66D2F106B}" presName="connectorText" presStyleLbl="sibTrans2D1" presStyleIdx="1" presStyleCnt="4"/>
      <dgm:spPr/>
    </dgm:pt>
    <dgm:pt modelId="{A5EDD1B0-53E7-4F02-9901-E8613861E7B1}" type="pres">
      <dgm:prSet presAssocID="{C72AA816-C86E-4E17-AE26-753FD9BC7633}" presName="node" presStyleLbl="node1" presStyleIdx="2" presStyleCnt="5">
        <dgm:presLayoutVars>
          <dgm:bulletEnabled val="1"/>
        </dgm:presLayoutVars>
      </dgm:prSet>
      <dgm:spPr/>
    </dgm:pt>
    <dgm:pt modelId="{F45EFFC2-6CAE-4A76-84E4-127AB8ECD9F2}" type="pres">
      <dgm:prSet presAssocID="{55842DC5-02B9-4B03-BBB0-F882A25E15FC}" presName="sibTrans" presStyleLbl="sibTrans2D1" presStyleIdx="2" presStyleCnt="4"/>
      <dgm:spPr/>
    </dgm:pt>
    <dgm:pt modelId="{4D056FF6-17D4-48D6-9182-55054954EC57}" type="pres">
      <dgm:prSet presAssocID="{55842DC5-02B9-4B03-BBB0-F882A25E15FC}" presName="connectorText" presStyleLbl="sibTrans2D1" presStyleIdx="2" presStyleCnt="4"/>
      <dgm:spPr/>
    </dgm:pt>
    <dgm:pt modelId="{1DD6BAD1-B131-4680-B16D-1A75D37D6632}" type="pres">
      <dgm:prSet presAssocID="{A04B1B7C-65DD-415B-B716-9579529F64A3}" presName="node" presStyleLbl="node1" presStyleIdx="3" presStyleCnt="5">
        <dgm:presLayoutVars>
          <dgm:bulletEnabled val="1"/>
        </dgm:presLayoutVars>
      </dgm:prSet>
      <dgm:spPr/>
    </dgm:pt>
    <dgm:pt modelId="{AC3E21BB-18D5-4C52-B401-9E9F1BCB1739}" type="pres">
      <dgm:prSet presAssocID="{9B507E82-3904-4E7C-A1F1-DB33BF99258F}" presName="sibTrans" presStyleLbl="sibTrans2D1" presStyleIdx="3" presStyleCnt="4"/>
      <dgm:spPr/>
    </dgm:pt>
    <dgm:pt modelId="{E57407EF-645A-4F40-874D-A8B3F36A25A5}" type="pres">
      <dgm:prSet presAssocID="{9B507E82-3904-4E7C-A1F1-DB33BF99258F}" presName="connectorText" presStyleLbl="sibTrans2D1" presStyleIdx="3" presStyleCnt="4"/>
      <dgm:spPr/>
    </dgm:pt>
    <dgm:pt modelId="{7B0E76BA-B484-4D46-8C33-D9A89BD3ACFD}" type="pres">
      <dgm:prSet presAssocID="{B998746D-4A0C-4375-B437-9F3CC4448C96}" presName="node" presStyleLbl="node1" presStyleIdx="4" presStyleCnt="5">
        <dgm:presLayoutVars>
          <dgm:bulletEnabled val="1"/>
        </dgm:presLayoutVars>
      </dgm:prSet>
      <dgm:spPr/>
    </dgm:pt>
  </dgm:ptLst>
  <dgm:cxnLst>
    <dgm:cxn modelId="{13051507-11AA-409F-AB44-6A75421F92D6}" type="presOf" srcId="{6E12017D-9017-4EC4-894D-0C2573C3BD4D}" destId="{B6381140-485A-43AF-8978-864D9DEE959F}" srcOrd="0" destOrd="0" presId="urn:microsoft.com/office/officeart/2005/8/layout/process1"/>
    <dgm:cxn modelId="{8F6CFA14-A536-49AE-A96F-6A5AC02FF39A}" type="presOf" srcId="{9B507E82-3904-4E7C-A1F1-DB33BF99258F}" destId="{E57407EF-645A-4F40-874D-A8B3F36A25A5}" srcOrd="1" destOrd="0" presId="urn:microsoft.com/office/officeart/2005/8/layout/process1"/>
    <dgm:cxn modelId="{FD512C1C-4494-4E8F-AA87-ADCF8A30C03F}" type="presOf" srcId="{256BEFCD-AB4E-4E6E-BE56-22D66D2F106B}" destId="{2A9CFB87-5169-4BF4-BA8F-2434F9D48F29}" srcOrd="1" destOrd="0" presId="urn:microsoft.com/office/officeart/2005/8/layout/process1"/>
    <dgm:cxn modelId="{59F32D29-C28D-40E3-90BE-118B60A2C39F}" srcId="{6E12017D-9017-4EC4-894D-0C2573C3BD4D}" destId="{B998746D-4A0C-4375-B437-9F3CC4448C96}" srcOrd="4" destOrd="0" parTransId="{87575835-B4E6-449F-B7E7-3D9703CA1DC9}" sibTransId="{EBCC5B5B-6ABC-4129-87F1-F1CCD90FD778}"/>
    <dgm:cxn modelId="{A1AFA034-291E-44B6-B6F6-70CB57151BAF}" srcId="{6E12017D-9017-4EC4-894D-0C2573C3BD4D}" destId="{C72AA816-C86E-4E17-AE26-753FD9BC7633}" srcOrd="2" destOrd="0" parTransId="{E5B3565B-7F2C-4E77-B255-E5B459E25B39}" sibTransId="{55842DC5-02B9-4B03-BBB0-F882A25E15FC}"/>
    <dgm:cxn modelId="{05D0E051-EE38-4902-BBE8-867A4F547224}" type="presOf" srcId="{1F249688-6F08-46DB-8AB2-04BEE803EE61}" destId="{666FB137-0A15-416D-A630-7A219DD7E348}" srcOrd="0" destOrd="0" presId="urn:microsoft.com/office/officeart/2005/8/layout/process1"/>
    <dgm:cxn modelId="{321BD775-CD21-4C4D-9E17-23B1D5D35C0F}" srcId="{6E12017D-9017-4EC4-894D-0C2573C3BD4D}" destId="{A04B1B7C-65DD-415B-B716-9579529F64A3}" srcOrd="3" destOrd="0" parTransId="{38CAD8CC-DF16-431D-9A45-E81B5FD88E35}" sibTransId="{9B507E82-3904-4E7C-A1F1-DB33BF99258F}"/>
    <dgm:cxn modelId="{FB152459-CCD6-4D37-AE1C-DE2D9CC914BC}" type="presOf" srcId="{CCDB7921-5D29-4020-A03B-588DC98518B7}" destId="{22DEB015-6344-45F9-8658-83133C2C25FC}" srcOrd="1" destOrd="0" presId="urn:microsoft.com/office/officeart/2005/8/layout/process1"/>
    <dgm:cxn modelId="{A0E6B17B-9CEF-4688-B06A-AAD2B093C481}" type="presOf" srcId="{9BEC0E58-3E0A-4E9D-B23A-F77E91826353}" destId="{27372669-C3E7-4E3E-8F1D-31E1437B015B}" srcOrd="0" destOrd="0" presId="urn:microsoft.com/office/officeart/2005/8/layout/process1"/>
    <dgm:cxn modelId="{ABBF959B-0623-44F8-9AA8-E44E35F5BBAB}" type="presOf" srcId="{C72AA816-C86E-4E17-AE26-753FD9BC7633}" destId="{A5EDD1B0-53E7-4F02-9901-E8613861E7B1}" srcOrd="0" destOrd="0" presId="urn:microsoft.com/office/officeart/2005/8/layout/process1"/>
    <dgm:cxn modelId="{914C14AE-C750-4FCB-8690-9C14C0D897DD}" type="presOf" srcId="{A04B1B7C-65DD-415B-B716-9579529F64A3}" destId="{1DD6BAD1-B131-4680-B16D-1A75D37D6632}" srcOrd="0" destOrd="0" presId="urn:microsoft.com/office/officeart/2005/8/layout/process1"/>
    <dgm:cxn modelId="{79AD1FB5-513B-4F74-9532-28EBB1A3C21C}" type="presOf" srcId="{B998746D-4A0C-4375-B437-9F3CC4448C96}" destId="{7B0E76BA-B484-4D46-8C33-D9A89BD3ACFD}" srcOrd="0" destOrd="0" presId="urn:microsoft.com/office/officeart/2005/8/layout/process1"/>
    <dgm:cxn modelId="{7A2583D4-5015-4BB5-864D-259F61C1A420}" type="presOf" srcId="{256BEFCD-AB4E-4E6E-BE56-22D66D2F106B}" destId="{FAC867FC-1CD0-4490-BC9A-1BC9F93EC425}" srcOrd="0" destOrd="0" presId="urn:microsoft.com/office/officeart/2005/8/layout/process1"/>
    <dgm:cxn modelId="{688DB7D9-3F67-4D98-BB0B-273DA1A3BAA6}" srcId="{6E12017D-9017-4EC4-894D-0C2573C3BD4D}" destId="{9BEC0E58-3E0A-4E9D-B23A-F77E91826353}" srcOrd="1" destOrd="0" parTransId="{316E185F-8539-42A0-8C1D-EA28E9499D15}" sibTransId="{256BEFCD-AB4E-4E6E-BE56-22D66D2F106B}"/>
    <dgm:cxn modelId="{60EB56DB-4494-4764-8191-68B4EE10A52D}" type="presOf" srcId="{55842DC5-02B9-4B03-BBB0-F882A25E15FC}" destId="{4D056FF6-17D4-48D6-9182-55054954EC57}" srcOrd="1" destOrd="0" presId="urn:microsoft.com/office/officeart/2005/8/layout/process1"/>
    <dgm:cxn modelId="{473917E3-C3D1-42B1-8EEA-0CF3B4E8AB13}" srcId="{6E12017D-9017-4EC4-894D-0C2573C3BD4D}" destId="{1F249688-6F08-46DB-8AB2-04BEE803EE61}" srcOrd="0" destOrd="0" parTransId="{A1F5B719-928A-4186-AABF-C6287BF68ECE}" sibTransId="{CCDB7921-5D29-4020-A03B-588DC98518B7}"/>
    <dgm:cxn modelId="{506028EC-7EFA-4C40-A3DF-05194CB12DB5}" type="presOf" srcId="{9B507E82-3904-4E7C-A1F1-DB33BF99258F}" destId="{AC3E21BB-18D5-4C52-B401-9E9F1BCB1739}" srcOrd="0" destOrd="0" presId="urn:microsoft.com/office/officeart/2005/8/layout/process1"/>
    <dgm:cxn modelId="{B49B8FEE-B31B-4945-8B2B-588EE06549E5}" type="presOf" srcId="{CCDB7921-5D29-4020-A03B-588DC98518B7}" destId="{4C7249B2-1FEC-4D9A-8942-2DCF53A06319}" srcOrd="0" destOrd="0" presId="urn:microsoft.com/office/officeart/2005/8/layout/process1"/>
    <dgm:cxn modelId="{873611FF-4B00-40C2-9247-327A60A64172}" type="presOf" srcId="{55842DC5-02B9-4B03-BBB0-F882A25E15FC}" destId="{F45EFFC2-6CAE-4A76-84E4-127AB8ECD9F2}" srcOrd="0" destOrd="0" presId="urn:microsoft.com/office/officeart/2005/8/layout/process1"/>
    <dgm:cxn modelId="{0AEE8E94-2095-4C7F-B69E-C517BA691F7A}" type="presParOf" srcId="{B6381140-485A-43AF-8978-864D9DEE959F}" destId="{666FB137-0A15-416D-A630-7A219DD7E348}" srcOrd="0" destOrd="0" presId="urn:microsoft.com/office/officeart/2005/8/layout/process1"/>
    <dgm:cxn modelId="{937ADC05-E92A-4FFF-B9EA-712B900CE4A0}" type="presParOf" srcId="{B6381140-485A-43AF-8978-864D9DEE959F}" destId="{4C7249B2-1FEC-4D9A-8942-2DCF53A06319}" srcOrd="1" destOrd="0" presId="urn:microsoft.com/office/officeart/2005/8/layout/process1"/>
    <dgm:cxn modelId="{6166F29B-BCE6-4207-AE27-101698E3DF23}" type="presParOf" srcId="{4C7249B2-1FEC-4D9A-8942-2DCF53A06319}" destId="{22DEB015-6344-45F9-8658-83133C2C25FC}" srcOrd="0" destOrd="0" presId="urn:microsoft.com/office/officeart/2005/8/layout/process1"/>
    <dgm:cxn modelId="{7997E4A5-BCCC-4F57-A401-3B5851AD8ED8}" type="presParOf" srcId="{B6381140-485A-43AF-8978-864D9DEE959F}" destId="{27372669-C3E7-4E3E-8F1D-31E1437B015B}" srcOrd="2" destOrd="0" presId="urn:microsoft.com/office/officeart/2005/8/layout/process1"/>
    <dgm:cxn modelId="{B61DD378-2E6F-484A-B58D-BAF75CB72C0C}" type="presParOf" srcId="{B6381140-485A-43AF-8978-864D9DEE959F}" destId="{FAC867FC-1CD0-4490-BC9A-1BC9F93EC425}" srcOrd="3" destOrd="0" presId="urn:microsoft.com/office/officeart/2005/8/layout/process1"/>
    <dgm:cxn modelId="{9004B5BC-FEB3-4335-B037-1822AB93F9F6}" type="presParOf" srcId="{FAC867FC-1CD0-4490-BC9A-1BC9F93EC425}" destId="{2A9CFB87-5169-4BF4-BA8F-2434F9D48F29}" srcOrd="0" destOrd="0" presId="urn:microsoft.com/office/officeart/2005/8/layout/process1"/>
    <dgm:cxn modelId="{69CEF3E5-EAB0-44DF-965C-23601BCCFD75}" type="presParOf" srcId="{B6381140-485A-43AF-8978-864D9DEE959F}" destId="{A5EDD1B0-53E7-4F02-9901-E8613861E7B1}" srcOrd="4" destOrd="0" presId="urn:microsoft.com/office/officeart/2005/8/layout/process1"/>
    <dgm:cxn modelId="{9C873165-E925-4C86-AAC9-F854AABD9B54}" type="presParOf" srcId="{B6381140-485A-43AF-8978-864D9DEE959F}" destId="{F45EFFC2-6CAE-4A76-84E4-127AB8ECD9F2}" srcOrd="5" destOrd="0" presId="urn:microsoft.com/office/officeart/2005/8/layout/process1"/>
    <dgm:cxn modelId="{AEFD3B86-1210-400E-ACF0-F150A78CF294}" type="presParOf" srcId="{F45EFFC2-6CAE-4A76-84E4-127AB8ECD9F2}" destId="{4D056FF6-17D4-48D6-9182-55054954EC57}" srcOrd="0" destOrd="0" presId="urn:microsoft.com/office/officeart/2005/8/layout/process1"/>
    <dgm:cxn modelId="{273817EC-D086-4501-9587-E5844C098BAB}" type="presParOf" srcId="{B6381140-485A-43AF-8978-864D9DEE959F}" destId="{1DD6BAD1-B131-4680-B16D-1A75D37D6632}" srcOrd="6" destOrd="0" presId="urn:microsoft.com/office/officeart/2005/8/layout/process1"/>
    <dgm:cxn modelId="{AF5B7038-34E2-4095-890F-23DFD2208F45}" type="presParOf" srcId="{B6381140-485A-43AF-8978-864D9DEE959F}" destId="{AC3E21BB-18D5-4C52-B401-9E9F1BCB1739}" srcOrd="7" destOrd="0" presId="urn:microsoft.com/office/officeart/2005/8/layout/process1"/>
    <dgm:cxn modelId="{86F74AA2-CA76-459E-86BC-CFEBA1486073}" type="presParOf" srcId="{AC3E21BB-18D5-4C52-B401-9E9F1BCB1739}" destId="{E57407EF-645A-4F40-874D-A8B3F36A25A5}" srcOrd="0" destOrd="0" presId="urn:microsoft.com/office/officeart/2005/8/layout/process1"/>
    <dgm:cxn modelId="{BDC20288-9984-4F38-8FC2-6C78B639A39B}" type="presParOf" srcId="{B6381140-485A-43AF-8978-864D9DEE959F}" destId="{7B0E76BA-B484-4D46-8C33-D9A89BD3ACFD}" srcOrd="8"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E12017D-9017-4EC4-894D-0C2573C3BD4D}" type="doc">
      <dgm:prSet loTypeId="urn:microsoft.com/office/officeart/2005/8/layout/process1" loCatId="process" qsTypeId="urn:microsoft.com/office/officeart/2005/8/quickstyle/simple1" qsCatId="simple" csTypeId="urn:microsoft.com/office/officeart/2005/8/colors/colorful4" csCatId="colorful" phldr="1"/>
      <dgm:spPr/>
      <dgm:t>
        <a:bodyPr/>
        <a:lstStyle/>
        <a:p>
          <a:endParaRPr lang="en-IN"/>
        </a:p>
      </dgm:t>
    </dgm:pt>
    <dgm:pt modelId="{1F249688-6F08-46DB-8AB2-04BEE803EE61}">
      <dgm:prSet phldrT="[Text]" phldr="0"/>
      <dgm:spPr/>
      <dgm:t>
        <a:bodyPr/>
        <a:lstStyle/>
        <a:p>
          <a:r>
            <a:rPr lang="en-IN" b="1" dirty="0">
              <a:latin typeface="Agency FB" panose="020B0503020202020204" pitchFamily="34" charset="0"/>
            </a:rPr>
            <a:t>Input Spectrum</a:t>
          </a:r>
        </a:p>
      </dgm:t>
    </dgm:pt>
    <dgm:pt modelId="{A1F5B719-928A-4186-AABF-C6287BF68ECE}" type="parTrans" cxnId="{473917E3-C3D1-42B1-8EEA-0CF3B4E8AB13}">
      <dgm:prSet/>
      <dgm:spPr/>
      <dgm:t>
        <a:bodyPr/>
        <a:lstStyle/>
        <a:p>
          <a:endParaRPr lang="en-IN" b="1">
            <a:latin typeface="Agency FB" panose="020B0503020202020204" pitchFamily="34" charset="0"/>
          </a:endParaRPr>
        </a:p>
      </dgm:t>
    </dgm:pt>
    <dgm:pt modelId="{CCDB7921-5D29-4020-A03B-588DC98518B7}" type="sibTrans" cxnId="{473917E3-C3D1-42B1-8EEA-0CF3B4E8AB13}">
      <dgm:prSet/>
      <dgm:spPr/>
      <dgm:t>
        <a:bodyPr/>
        <a:lstStyle/>
        <a:p>
          <a:endParaRPr lang="en-IN" b="1">
            <a:latin typeface="Agency FB" panose="020B0503020202020204" pitchFamily="34" charset="0"/>
          </a:endParaRPr>
        </a:p>
      </dgm:t>
    </dgm:pt>
    <dgm:pt modelId="{9BEC0E58-3E0A-4E9D-B23A-F77E91826353}">
      <dgm:prSet phldrT="[Text]" phldr="0"/>
      <dgm:spPr/>
      <dgm:t>
        <a:bodyPr/>
        <a:lstStyle/>
        <a:p>
          <a:r>
            <a:rPr lang="en-IN" b="1" dirty="0">
              <a:latin typeface="Agency FB" panose="020B0503020202020204" pitchFamily="34" charset="0"/>
            </a:rPr>
            <a:t>Encoder</a:t>
          </a:r>
        </a:p>
      </dgm:t>
    </dgm:pt>
    <dgm:pt modelId="{316E185F-8539-42A0-8C1D-EA28E9499D15}" type="parTrans" cxnId="{688DB7D9-3F67-4D98-BB0B-273DA1A3BAA6}">
      <dgm:prSet/>
      <dgm:spPr/>
      <dgm:t>
        <a:bodyPr/>
        <a:lstStyle/>
        <a:p>
          <a:endParaRPr lang="en-IN" b="1">
            <a:latin typeface="Agency FB" panose="020B0503020202020204" pitchFamily="34" charset="0"/>
          </a:endParaRPr>
        </a:p>
      </dgm:t>
    </dgm:pt>
    <dgm:pt modelId="{256BEFCD-AB4E-4E6E-BE56-22D66D2F106B}" type="sibTrans" cxnId="{688DB7D9-3F67-4D98-BB0B-273DA1A3BAA6}">
      <dgm:prSet/>
      <dgm:spPr/>
      <dgm:t>
        <a:bodyPr/>
        <a:lstStyle/>
        <a:p>
          <a:endParaRPr lang="en-IN" b="1">
            <a:latin typeface="Agency FB" panose="020B0503020202020204" pitchFamily="34" charset="0"/>
          </a:endParaRPr>
        </a:p>
      </dgm:t>
    </dgm:pt>
    <dgm:pt modelId="{C72AA816-C86E-4E17-AE26-753FD9BC7633}">
      <dgm:prSet phldrT="[Text]" phldr="0"/>
      <dgm:spPr/>
      <dgm:t>
        <a:bodyPr/>
        <a:lstStyle/>
        <a:p>
          <a:r>
            <a:rPr lang="en-IN" b="1" dirty="0">
              <a:latin typeface="Agency FB" panose="020B0503020202020204" pitchFamily="34" charset="0"/>
            </a:rPr>
            <a:t>Learned Features</a:t>
          </a:r>
        </a:p>
      </dgm:t>
    </dgm:pt>
    <dgm:pt modelId="{E5B3565B-7F2C-4E77-B255-E5B459E25B39}" type="parTrans" cxnId="{A1AFA034-291E-44B6-B6F6-70CB57151BAF}">
      <dgm:prSet/>
      <dgm:spPr/>
      <dgm:t>
        <a:bodyPr/>
        <a:lstStyle/>
        <a:p>
          <a:endParaRPr lang="en-IN" b="1">
            <a:latin typeface="Agency FB" panose="020B0503020202020204" pitchFamily="34" charset="0"/>
          </a:endParaRPr>
        </a:p>
      </dgm:t>
    </dgm:pt>
    <dgm:pt modelId="{55842DC5-02B9-4B03-BBB0-F882A25E15FC}" type="sibTrans" cxnId="{A1AFA034-291E-44B6-B6F6-70CB57151BAF}">
      <dgm:prSet/>
      <dgm:spPr/>
      <dgm:t>
        <a:bodyPr/>
        <a:lstStyle/>
        <a:p>
          <a:endParaRPr lang="en-IN" b="1">
            <a:latin typeface="Agency FB" panose="020B0503020202020204" pitchFamily="34" charset="0"/>
          </a:endParaRPr>
        </a:p>
      </dgm:t>
    </dgm:pt>
    <dgm:pt modelId="{A04B1B7C-65DD-415B-B716-9579529F64A3}">
      <dgm:prSet phldrT="[Text]" phldr="0"/>
      <dgm:spPr/>
      <dgm:t>
        <a:bodyPr/>
        <a:lstStyle/>
        <a:p>
          <a:r>
            <a:rPr lang="en-IN" b="1" dirty="0">
              <a:latin typeface="Agency FB" panose="020B0503020202020204" pitchFamily="34" charset="0"/>
            </a:rPr>
            <a:t>Encoder</a:t>
          </a:r>
        </a:p>
      </dgm:t>
    </dgm:pt>
    <dgm:pt modelId="{38CAD8CC-DF16-431D-9A45-E81B5FD88E35}" type="parTrans" cxnId="{321BD775-CD21-4C4D-9E17-23B1D5D35C0F}">
      <dgm:prSet/>
      <dgm:spPr/>
      <dgm:t>
        <a:bodyPr/>
        <a:lstStyle/>
        <a:p>
          <a:endParaRPr lang="en-IN" b="1">
            <a:latin typeface="Agency FB" panose="020B0503020202020204" pitchFamily="34" charset="0"/>
          </a:endParaRPr>
        </a:p>
      </dgm:t>
    </dgm:pt>
    <dgm:pt modelId="{9B507E82-3904-4E7C-A1F1-DB33BF99258F}" type="sibTrans" cxnId="{321BD775-CD21-4C4D-9E17-23B1D5D35C0F}">
      <dgm:prSet/>
      <dgm:spPr/>
      <dgm:t>
        <a:bodyPr/>
        <a:lstStyle/>
        <a:p>
          <a:endParaRPr lang="en-IN" b="1">
            <a:latin typeface="Agency FB" panose="020B0503020202020204" pitchFamily="34" charset="0"/>
          </a:endParaRPr>
        </a:p>
      </dgm:t>
    </dgm:pt>
    <dgm:pt modelId="{B998746D-4A0C-4375-B437-9F3CC4448C96}">
      <dgm:prSet phldrT="[Text]" phldr="0"/>
      <dgm:spPr/>
      <dgm:t>
        <a:bodyPr/>
        <a:lstStyle/>
        <a:p>
          <a:r>
            <a:rPr lang="en-IN" b="1" dirty="0">
              <a:latin typeface="Agency FB" panose="020B0503020202020204" pitchFamily="34" charset="0"/>
            </a:rPr>
            <a:t>Reconstructed Spectrum</a:t>
          </a:r>
        </a:p>
      </dgm:t>
    </dgm:pt>
    <dgm:pt modelId="{87575835-B4E6-449F-B7E7-3D9703CA1DC9}" type="parTrans" cxnId="{59F32D29-C28D-40E3-90BE-118B60A2C39F}">
      <dgm:prSet/>
      <dgm:spPr/>
      <dgm:t>
        <a:bodyPr/>
        <a:lstStyle/>
        <a:p>
          <a:endParaRPr lang="en-IN" b="1">
            <a:latin typeface="Agency FB" panose="020B0503020202020204" pitchFamily="34" charset="0"/>
          </a:endParaRPr>
        </a:p>
      </dgm:t>
    </dgm:pt>
    <dgm:pt modelId="{EBCC5B5B-6ABC-4129-87F1-F1CCD90FD778}" type="sibTrans" cxnId="{59F32D29-C28D-40E3-90BE-118B60A2C39F}">
      <dgm:prSet/>
      <dgm:spPr/>
      <dgm:t>
        <a:bodyPr/>
        <a:lstStyle/>
        <a:p>
          <a:endParaRPr lang="en-IN" b="1">
            <a:latin typeface="Agency FB" panose="020B0503020202020204" pitchFamily="34" charset="0"/>
          </a:endParaRPr>
        </a:p>
      </dgm:t>
    </dgm:pt>
    <dgm:pt modelId="{D147CEB8-CD8E-44C9-9174-3F71BBF0CE05}">
      <dgm:prSet phldrT="[Text]" phldr="0"/>
      <dgm:spPr/>
      <dgm:t>
        <a:bodyPr/>
        <a:lstStyle/>
        <a:p>
          <a:r>
            <a:rPr lang="en-IN" b="1" dirty="0">
              <a:latin typeface="Agency FB" panose="020B0503020202020204" pitchFamily="34" charset="0"/>
            </a:rPr>
            <a:t>Learned Features</a:t>
          </a:r>
        </a:p>
      </dgm:t>
    </dgm:pt>
    <dgm:pt modelId="{483AFB74-A96A-4054-8B21-AA717A137AD7}" type="parTrans" cxnId="{4CF97583-3332-49AB-BCEC-4E44C0610A15}">
      <dgm:prSet/>
      <dgm:spPr/>
      <dgm:t>
        <a:bodyPr/>
        <a:lstStyle/>
        <a:p>
          <a:endParaRPr lang="en-IN"/>
        </a:p>
      </dgm:t>
    </dgm:pt>
    <dgm:pt modelId="{E68A75E6-8EEF-435E-B117-9EE36F24CE6B}" type="sibTrans" cxnId="{4CF97583-3332-49AB-BCEC-4E44C0610A15}">
      <dgm:prSet/>
      <dgm:spPr/>
      <dgm:t>
        <a:bodyPr/>
        <a:lstStyle/>
        <a:p>
          <a:endParaRPr lang="en-IN"/>
        </a:p>
      </dgm:t>
    </dgm:pt>
    <dgm:pt modelId="{71635D6A-60B0-4A31-8C8D-B4CA4ABC036C}">
      <dgm:prSet phldrT="[Text]" phldr="0"/>
      <dgm:spPr/>
      <dgm:t>
        <a:bodyPr/>
        <a:lstStyle/>
        <a:p>
          <a:r>
            <a:rPr lang="en-IN" b="1">
              <a:latin typeface="Agency FB" panose="020B0503020202020204" pitchFamily="34" charset="0"/>
            </a:rPr>
            <a:t>Encoder</a:t>
          </a:r>
          <a:endParaRPr lang="en-IN" b="1" dirty="0">
            <a:latin typeface="Agency FB" panose="020B0503020202020204" pitchFamily="34" charset="0"/>
          </a:endParaRPr>
        </a:p>
      </dgm:t>
    </dgm:pt>
    <dgm:pt modelId="{A7FB8E3E-7077-48FA-9223-8DB7FBB9BD1C}" type="parTrans" cxnId="{68963CDC-5F9F-438E-8B37-2E7E55B69D51}">
      <dgm:prSet/>
      <dgm:spPr/>
      <dgm:t>
        <a:bodyPr/>
        <a:lstStyle/>
        <a:p>
          <a:endParaRPr lang="en-IN"/>
        </a:p>
      </dgm:t>
    </dgm:pt>
    <dgm:pt modelId="{984AD126-294B-4BC7-A7B1-D9052C24C5C4}" type="sibTrans" cxnId="{68963CDC-5F9F-438E-8B37-2E7E55B69D51}">
      <dgm:prSet/>
      <dgm:spPr/>
      <dgm:t>
        <a:bodyPr/>
        <a:lstStyle/>
        <a:p>
          <a:endParaRPr lang="en-IN"/>
        </a:p>
      </dgm:t>
    </dgm:pt>
    <dgm:pt modelId="{E0FCAED0-A6AF-4E53-94FA-06F2C3BCB608}">
      <dgm:prSet phldrT="[Text]" phldr="0"/>
      <dgm:spPr/>
      <dgm:t>
        <a:bodyPr/>
        <a:lstStyle/>
        <a:p>
          <a:r>
            <a:rPr lang="en-IN" b="1" dirty="0">
              <a:latin typeface="Agency FB" panose="020B0503020202020204" pitchFamily="34" charset="0"/>
            </a:rPr>
            <a:t>Learned Features</a:t>
          </a:r>
        </a:p>
      </dgm:t>
    </dgm:pt>
    <dgm:pt modelId="{1526CDD1-50C6-4901-A2B0-0B26EAB3BE4B}" type="parTrans" cxnId="{4340751B-58E6-4FC1-886F-C7E5B6898C85}">
      <dgm:prSet/>
      <dgm:spPr/>
      <dgm:t>
        <a:bodyPr/>
        <a:lstStyle/>
        <a:p>
          <a:endParaRPr lang="en-IN"/>
        </a:p>
      </dgm:t>
    </dgm:pt>
    <dgm:pt modelId="{C6AEA243-0933-4757-9F13-FCED87B56B8C}" type="sibTrans" cxnId="{4340751B-58E6-4FC1-886F-C7E5B6898C85}">
      <dgm:prSet/>
      <dgm:spPr/>
      <dgm:t>
        <a:bodyPr/>
        <a:lstStyle/>
        <a:p>
          <a:endParaRPr lang="en-IN"/>
        </a:p>
      </dgm:t>
    </dgm:pt>
    <dgm:pt modelId="{7DEC7D6E-20C9-423F-9672-2AFC89606311}">
      <dgm:prSet phldrT="[Text]" phldr="0"/>
      <dgm:spPr/>
      <dgm:t>
        <a:bodyPr/>
        <a:lstStyle/>
        <a:p>
          <a:r>
            <a:rPr lang="en-IN" b="1">
              <a:latin typeface="Agency FB" panose="020B0503020202020204" pitchFamily="34" charset="0"/>
            </a:rPr>
            <a:t>Encoder</a:t>
          </a:r>
          <a:endParaRPr lang="en-IN" b="1" dirty="0">
            <a:latin typeface="Agency FB" panose="020B0503020202020204" pitchFamily="34" charset="0"/>
          </a:endParaRPr>
        </a:p>
      </dgm:t>
    </dgm:pt>
    <dgm:pt modelId="{E70282C9-4BF7-45E8-848B-FC4E8D3241D9}" type="parTrans" cxnId="{23EF60E9-0EBD-425F-96EA-0D9077B77B1F}">
      <dgm:prSet/>
      <dgm:spPr/>
      <dgm:t>
        <a:bodyPr/>
        <a:lstStyle/>
        <a:p>
          <a:endParaRPr lang="en-IN"/>
        </a:p>
      </dgm:t>
    </dgm:pt>
    <dgm:pt modelId="{792746DB-13DF-4D14-9D0A-7FFE3A2D14FE}" type="sibTrans" cxnId="{23EF60E9-0EBD-425F-96EA-0D9077B77B1F}">
      <dgm:prSet/>
      <dgm:spPr/>
      <dgm:t>
        <a:bodyPr/>
        <a:lstStyle/>
        <a:p>
          <a:endParaRPr lang="en-IN"/>
        </a:p>
      </dgm:t>
    </dgm:pt>
    <dgm:pt modelId="{116ABD93-C09C-4840-8FE5-9124F43353C1}">
      <dgm:prSet phldrT="[Text]" phldr="0"/>
      <dgm:spPr/>
      <dgm:t>
        <a:bodyPr/>
        <a:lstStyle/>
        <a:p>
          <a:r>
            <a:rPr lang="en-IN" b="1">
              <a:latin typeface="Agency FB" panose="020B0503020202020204" pitchFamily="34" charset="0"/>
            </a:rPr>
            <a:t>Learned Features</a:t>
          </a:r>
          <a:endParaRPr lang="en-IN" b="1" dirty="0">
            <a:latin typeface="Agency FB" panose="020B0503020202020204" pitchFamily="34" charset="0"/>
          </a:endParaRPr>
        </a:p>
      </dgm:t>
    </dgm:pt>
    <dgm:pt modelId="{98E945B6-081C-443C-9D28-F93F11E17817}" type="parTrans" cxnId="{1F1F5E54-9260-4825-A2FA-5F5798B8EDD9}">
      <dgm:prSet/>
      <dgm:spPr/>
      <dgm:t>
        <a:bodyPr/>
        <a:lstStyle/>
        <a:p>
          <a:endParaRPr lang="en-IN"/>
        </a:p>
      </dgm:t>
    </dgm:pt>
    <dgm:pt modelId="{02AB4AC1-8258-42C0-8D53-C5339463AB41}" type="sibTrans" cxnId="{1F1F5E54-9260-4825-A2FA-5F5798B8EDD9}">
      <dgm:prSet/>
      <dgm:spPr/>
      <dgm:t>
        <a:bodyPr/>
        <a:lstStyle/>
        <a:p>
          <a:endParaRPr lang="en-IN"/>
        </a:p>
      </dgm:t>
    </dgm:pt>
    <dgm:pt modelId="{51F5C8BE-F71E-4B93-B8B2-5486DEA979D0}">
      <dgm:prSet phldrT="[Text]" phldr="0"/>
      <dgm:spPr/>
      <dgm:t>
        <a:bodyPr/>
        <a:lstStyle/>
        <a:p>
          <a:r>
            <a:rPr lang="en-IN" b="1">
              <a:latin typeface="Agency FB" panose="020B0503020202020204" pitchFamily="34" charset="0"/>
            </a:rPr>
            <a:t>Decoder</a:t>
          </a:r>
          <a:endParaRPr lang="en-IN" b="1" dirty="0">
            <a:latin typeface="Agency FB" panose="020B0503020202020204" pitchFamily="34" charset="0"/>
          </a:endParaRPr>
        </a:p>
      </dgm:t>
    </dgm:pt>
    <dgm:pt modelId="{DDB1CA4A-A7ED-4865-B4C6-ED098AC5DB76}" type="parTrans" cxnId="{7039FC79-2587-486B-A69B-5313463724DC}">
      <dgm:prSet/>
      <dgm:spPr/>
      <dgm:t>
        <a:bodyPr/>
        <a:lstStyle/>
        <a:p>
          <a:endParaRPr lang="en-IN"/>
        </a:p>
      </dgm:t>
    </dgm:pt>
    <dgm:pt modelId="{E9F7893C-8336-463E-BEB5-EFB2A4383DE7}" type="sibTrans" cxnId="{7039FC79-2587-486B-A69B-5313463724DC}">
      <dgm:prSet/>
      <dgm:spPr/>
      <dgm:t>
        <a:bodyPr/>
        <a:lstStyle/>
        <a:p>
          <a:endParaRPr lang="en-IN"/>
        </a:p>
      </dgm:t>
    </dgm:pt>
    <dgm:pt modelId="{B6381140-485A-43AF-8978-864D9DEE959F}" type="pres">
      <dgm:prSet presAssocID="{6E12017D-9017-4EC4-894D-0C2573C3BD4D}" presName="Name0" presStyleCnt="0">
        <dgm:presLayoutVars>
          <dgm:dir/>
          <dgm:resizeHandles val="exact"/>
        </dgm:presLayoutVars>
      </dgm:prSet>
      <dgm:spPr/>
    </dgm:pt>
    <dgm:pt modelId="{666FB137-0A15-416D-A630-7A219DD7E348}" type="pres">
      <dgm:prSet presAssocID="{1F249688-6F08-46DB-8AB2-04BEE803EE61}" presName="node" presStyleLbl="node1" presStyleIdx="0" presStyleCnt="11">
        <dgm:presLayoutVars>
          <dgm:bulletEnabled val="1"/>
        </dgm:presLayoutVars>
      </dgm:prSet>
      <dgm:spPr/>
    </dgm:pt>
    <dgm:pt modelId="{4C7249B2-1FEC-4D9A-8942-2DCF53A06319}" type="pres">
      <dgm:prSet presAssocID="{CCDB7921-5D29-4020-A03B-588DC98518B7}" presName="sibTrans" presStyleLbl="sibTrans2D1" presStyleIdx="0" presStyleCnt="10"/>
      <dgm:spPr/>
    </dgm:pt>
    <dgm:pt modelId="{22DEB015-6344-45F9-8658-83133C2C25FC}" type="pres">
      <dgm:prSet presAssocID="{CCDB7921-5D29-4020-A03B-588DC98518B7}" presName="connectorText" presStyleLbl="sibTrans2D1" presStyleIdx="0" presStyleCnt="10"/>
      <dgm:spPr/>
    </dgm:pt>
    <dgm:pt modelId="{27372669-C3E7-4E3E-8F1D-31E1437B015B}" type="pres">
      <dgm:prSet presAssocID="{9BEC0E58-3E0A-4E9D-B23A-F77E91826353}" presName="node" presStyleLbl="node1" presStyleIdx="1" presStyleCnt="11">
        <dgm:presLayoutVars>
          <dgm:bulletEnabled val="1"/>
        </dgm:presLayoutVars>
      </dgm:prSet>
      <dgm:spPr/>
    </dgm:pt>
    <dgm:pt modelId="{FAC867FC-1CD0-4490-BC9A-1BC9F93EC425}" type="pres">
      <dgm:prSet presAssocID="{256BEFCD-AB4E-4E6E-BE56-22D66D2F106B}" presName="sibTrans" presStyleLbl="sibTrans2D1" presStyleIdx="1" presStyleCnt="10"/>
      <dgm:spPr/>
    </dgm:pt>
    <dgm:pt modelId="{2A9CFB87-5169-4BF4-BA8F-2434F9D48F29}" type="pres">
      <dgm:prSet presAssocID="{256BEFCD-AB4E-4E6E-BE56-22D66D2F106B}" presName="connectorText" presStyleLbl="sibTrans2D1" presStyleIdx="1" presStyleCnt="10"/>
      <dgm:spPr/>
    </dgm:pt>
    <dgm:pt modelId="{A5EDD1B0-53E7-4F02-9901-E8613861E7B1}" type="pres">
      <dgm:prSet presAssocID="{C72AA816-C86E-4E17-AE26-753FD9BC7633}" presName="node" presStyleLbl="node1" presStyleIdx="2" presStyleCnt="11">
        <dgm:presLayoutVars>
          <dgm:bulletEnabled val="1"/>
        </dgm:presLayoutVars>
      </dgm:prSet>
      <dgm:spPr/>
    </dgm:pt>
    <dgm:pt modelId="{F45EFFC2-6CAE-4A76-84E4-127AB8ECD9F2}" type="pres">
      <dgm:prSet presAssocID="{55842DC5-02B9-4B03-BBB0-F882A25E15FC}" presName="sibTrans" presStyleLbl="sibTrans2D1" presStyleIdx="2" presStyleCnt="10"/>
      <dgm:spPr/>
    </dgm:pt>
    <dgm:pt modelId="{4D056FF6-17D4-48D6-9182-55054954EC57}" type="pres">
      <dgm:prSet presAssocID="{55842DC5-02B9-4B03-BBB0-F882A25E15FC}" presName="connectorText" presStyleLbl="sibTrans2D1" presStyleIdx="2" presStyleCnt="10"/>
      <dgm:spPr/>
    </dgm:pt>
    <dgm:pt modelId="{1DD6BAD1-B131-4680-B16D-1A75D37D6632}" type="pres">
      <dgm:prSet presAssocID="{A04B1B7C-65DD-415B-B716-9579529F64A3}" presName="node" presStyleLbl="node1" presStyleIdx="3" presStyleCnt="11">
        <dgm:presLayoutVars>
          <dgm:bulletEnabled val="1"/>
        </dgm:presLayoutVars>
      </dgm:prSet>
      <dgm:spPr/>
    </dgm:pt>
    <dgm:pt modelId="{AC3E21BB-18D5-4C52-B401-9E9F1BCB1739}" type="pres">
      <dgm:prSet presAssocID="{9B507E82-3904-4E7C-A1F1-DB33BF99258F}" presName="sibTrans" presStyleLbl="sibTrans2D1" presStyleIdx="3" presStyleCnt="10"/>
      <dgm:spPr/>
    </dgm:pt>
    <dgm:pt modelId="{E57407EF-645A-4F40-874D-A8B3F36A25A5}" type="pres">
      <dgm:prSet presAssocID="{9B507E82-3904-4E7C-A1F1-DB33BF99258F}" presName="connectorText" presStyleLbl="sibTrans2D1" presStyleIdx="3" presStyleCnt="10"/>
      <dgm:spPr/>
    </dgm:pt>
    <dgm:pt modelId="{303CCFB1-4205-4AD2-84F1-797C92926A55}" type="pres">
      <dgm:prSet presAssocID="{D147CEB8-CD8E-44C9-9174-3F71BBF0CE05}" presName="node" presStyleLbl="node1" presStyleIdx="4" presStyleCnt="11">
        <dgm:presLayoutVars>
          <dgm:bulletEnabled val="1"/>
        </dgm:presLayoutVars>
      </dgm:prSet>
      <dgm:spPr/>
    </dgm:pt>
    <dgm:pt modelId="{EA120AED-98DA-4390-A0B0-5C980133D094}" type="pres">
      <dgm:prSet presAssocID="{E68A75E6-8EEF-435E-B117-9EE36F24CE6B}" presName="sibTrans" presStyleLbl="sibTrans2D1" presStyleIdx="4" presStyleCnt="10"/>
      <dgm:spPr/>
    </dgm:pt>
    <dgm:pt modelId="{1D7245F7-06FD-44E4-87CB-FDFA70AA2A35}" type="pres">
      <dgm:prSet presAssocID="{E68A75E6-8EEF-435E-B117-9EE36F24CE6B}" presName="connectorText" presStyleLbl="sibTrans2D1" presStyleIdx="4" presStyleCnt="10"/>
      <dgm:spPr/>
    </dgm:pt>
    <dgm:pt modelId="{EF6A6D24-9FB6-428D-AD57-706C43417B76}" type="pres">
      <dgm:prSet presAssocID="{71635D6A-60B0-4A31-8C8D-B4CA4ABC036C}" presName="node" presStyleLbl="node1" presStyleIdx="5" presStyleCnt="11">
        <dgm:presLayoutVars>
          <dgm:bulletEnabled val="1"/>
        </dgm:presLayoutVars>
      </dgm:prSet>
      <dgm:spPr/>
    </dgm:pt>
    <dgm:pt modelId="{F701C0A8-25D1-4323-8FC9-CBC8B59FDADD}" type="pres">
      <dgm:prSet presAssocID="{984AD126-294B-4BC7-A7B1-D9052C24C5C4}" presName="sibTrans" presStyleLbl="sibTrans2D1" presStyleIdx="5" presStyleCnt="10"/>
      <dgm:spPr/>
    </dgm:pt>
    <dgm:pt modelId="{C875438D-D304-4747-BA21-7768C8A0B825}" type="pres">
      <dgm:prSet presAssocID="{984AD126-294B-4BC7-A7B1-D9052C24C5C4}" presName="connectorText" presStyleLbl="sibTrans2D1" presStyleIdx="5" presStyleCnt="10"/>
      <dgm:spPr/>
    </dgm:pt>
    <dgm:pt modelId="{BEB699FB-FB69-4982-B7E0-CE435888F6FE}" type="pres">
      <dgm:prSet presAssocID="{E0FCAED0-A6AF-4E53-94FA-06F2C3BCB608}" presName="node" presStyleLbl="node1" presStyleIdx="6" presStyleCnt="11">
        <dgm:presLayoutVars>
          <dgm:bulletEnabled val="1"/>
        </dgm:presLayoutVars>
      </dgm:prSet>
      <dgm:spPr/>
    </dgm:pt>
    <dgm:pt modelId="{B516B8F0-4E19-4134-A7F5-095E11DF0C84}" type="pres">
      <dgm:prSet presAssocID="{C6AEA243-0933-4757-9F13-FCED87B56B8C}" presName="sibTrans" presStyleLbl="sibTrans2D1" presStyleIdx="6" presStyleCnt="10"/>
      <dgm:spPr/>
    </dgm:pt>
    <dgm:pt modelId="{DD7571B6-C416-4094-90E0-7CECD1FA2073}" type="pres">
      <dgm:prSet presAssocID="{C6AEA243-0933-4757-9F13-FCED87B56B8C}" presName="connectorText" presStyleLbl="sibTrans2D1" presStyleIdx="6" presStyleCnt="10"/>
      <dgm:spPr/>
    </dgm:pt>
    <dgm:pt modelId="{DC115AB4-A6BA-46F9-A167-590C2F168609}" type="pres">
      <dgm:prSet presAssocID="{7DEC7D6E-20C9-423F-9672-2AFC89606311}" presName="node" presStyleLbl="node1" presStyleIdx="7" presStyleCnt="11">
        <dgm:presLayoutVars>
          <dgm:bulletEnabled val="1"/>
        </dgm:presLayoutVars>
      </dgm:prSet>
      <dgm:spPr/>
    </dgm:pt>
    <dgm:pt modelId="{2F39ED7B-EBF1-465A-BF62-8BE29C9CA9F9}" type="pres">
      <dgm:prSet presAssocID="{792746DB-13DF-4D14-9D0A-7FFE3A2D14FE}" presName="sibTrans" presStyleLbl="sibTrans2D1" presStyleIdx="7" presStyleCnt="10"/>
      <dgm:spPr/>
    </dgm:pt>
    <dgm:pt modelId="{350DA0C9-FE17-40AA-B4FB-2A9B354E8C68}" type="pres">
      <dgm:prSet presAssocID="{792746DB-13DF-4D14-9D0A-7FFE3A2D14FE}" presName="connectorText" presStyleLbl="sibTrans2D1" presStyleIdx="7" presStyleCnt="10"/>
      <dgm:spPr/>
    </dgm:pt>
    <dgm:pt modelId="{23E9C7B4-B47B-4C57-B762-5429C5D51EF3}" type="pres">
      <dgm:prSet presAssocID="{116ABD93-C09C-4840-8FE5-9124F43353C1}" presName="node" presStyleLbl="node1" presStyleIdx="8" presStyleCnt="11">
        <dgm:presLayoutVars>
          <dgm:bulletEnabled val="1"/>
        </dgm:presLayoutVars>
      </dgm:prSet>
      <dgm:spPr/>
    </dgm:pt>
    <dgm:pt modelId="{760BB55E-6348-4D38-A8C4-FA63649A1A3A}" type="pres">
      <dgm:prSet presAssocID="{02AB4AC1-8258-42C0-8D53-C5339463AB41}" presName="sibTrans" presStyleLbl="sibTrans2D1" presStyleIdx="8" presStyleCnt="10"/>
      <dgm:spPr/>
    </dgm:pt>
    <dgm:pt modelId="{6ED91BBB-DECD-4EA6-931F-F51FCD38E35F}" type="pres">
      <dgm:prSet presAssocID="{02AB4AC1-8258-42C0-8D53-C5339463AB41}" presName="connectorText" presStyleLbl="sibTrans2D1" presStyleIdx="8" presStyleCnt="10"/>
      <dgm:spPr/>
    </dgm:pt>
    <dgm:pt modelId="{82FD78A3-073D-4E81-9060-1B5F3C715A9B}" type="pres">
      <dgm:prSet presAssocID="{51F5C8BE-F71E-4B93-B8B2-5486DEA979D0}" presName="node" presStyleLbl="node1" presStyleIdx="9" presStyleCnt="11">
        <dgm:presLayoutVars>
          <dgm:bulletEnabled val="1"/>
        </dgm:presLayoutVars>
      </dgm:prSet>
      <dgm:spPr/>
    </dgm:pt>
    <dgm:pt modelId="{CF165C92-734B-456B-8B91-5BC3190D903B}" type="pres">
      <dgm:prSet presAssocID="{E9F7893C-8336-463E-BEB5-EFB2A4383DE7}" presName="sibTrans" presStyleLbl="sibTrans2D1" presStyleIdx="9" presStyleCnt="10"/>
      <dgm:spPr/>
    </dgm:pt>
    <dgm:pt modelId="{9EB2E9F7-5149-413C-9B1D-8CBEC81A2119}" type="pres">
      <dgm:prSet presAssocID="{E9F7893C-8336-463E-BEB5-EFB2A4383DE7}" presName="connectorText" presStyleLbl="sibTrans2D1" presStyleIdx="9" presStyleCnt="10"/>
      <dgm:spPr/>
    </dgm:pt>
    <dgm:pt modelId="{7B0E76BA-B484-4D46-8C33-D9A89BD3ACFD}" type="pres">
      <dgm:prSet presAssocID="{B998746D-4A0C-4375-B437-9F3CC4448C96}" presName="node" presStyleLbl="node1" presStyleIdx="10" presStyleCnt="11">
        <dgm:presLayoutVars>
          <dgm:bulletEnabled val="1"/>
        </dgm:presLayoutVars>
      </dgm:prSet>
      <dgm:spPr/>
    </dgm:pt>
  </dgm:ptLst>
  <dgm:cxnLst>
    <dgm:cxn modelId="{13051507-11AA-409F-AB44-6A75421F92D6}" type="presOf" srcId="{6E12017D-9017-4EC4-894D-0C2573C3BD4D}" destId="{B6381140-485A-43AF-8978-864D9DEE959F}" srcOrd="0" destOrd="0" presId="urn:microsoft.com/office/officeart/2005/8/layout/process1"/>
    <dgm:cxn modelId="{04CD950A-EAEA-44D3-993F-49F52047596B}" type="presOf" srcId="{E68A75E6-8EEF-435E-B117-9EE36F24CE6B}" destId="{1D7245F7-06FD-44E4-87CB-FDFA70AA2A35}" srcOrd="1" destOrd="0" presId="urn:microsoft.com/office/officeart/2005/8/layout/process1"/>
    <dgm:cxn modelId="{8F6CFA14-A536-49AE-A96F-6A5AC02FF39A}" type="presOf" srcId="{9B507E82-3904-4E7C-A1F1-DB33BF99258F}" destId="{E57407EF-645A-4F40-874D-A8B3F36A25A5}" srcOrd="1" destOrd="0" presId="urn:microsoft.com/office/officeart/2005/8/layout/process1"/>
    <dgm:cxn modelId="{11A0CA18-B60F-479B-98B9-C1F761737C7B}" type="presOf" srcId="{02AB4AC1-8258-42C0-8D53-C5339463AB41}" destId="{760BB55E-6348-4D38-A8C4-FA63649A1A3A}" srcOrd="0" destOrd="0" presId="urn:microsoft.com/office/officeart/2005/8/layout/process1"/>
    <dgm:cxn modelId="{4340751B-58E6-4FC1-886F-C7E5B6898C85}" srcId="{6E12017D-9017-4EC4-894D-0C2573C3BD4D}" destId="{E0FCAED0-A6AF-4E53-94FA-06F2C3BCB608}" srcOrd="6" destOrd="0" parTransId="{1526CDD1-50C6-4901-A2B0-0B26EAB3BE4B}" sibTransId="{C6AEA243-0933-4757-9F13-FCED87B56B8C}"/>
    <dgm:cxn modelId="{FD512C1C-4494-4E8F-AA87-ADCF8A30C03F}" type="presOf" srcId="{256BEFCD-AB4E-4E6E-BE56-22D66D2F106B}" destId="{2A9CFB87-5169-4BF4-BA8F-2434F9D48F29}" srcOrd="1" destOrd="0" presId="urn:microsoft.com/office/officeart/2005/8/layout/process1"/>
    <dgm:cxn modelId="{59F32D29-C28D-40E3-90BE-118B60A2C39F}" srcId="{6E12017D-9017-4EC4-894D-0C2573C3BD4D}" destId="{B998746D-4A0C-4375-B437-9F3CC4448C96}" srcOrd="10" destOrd="0" parTransId="{87575835-B4E6-449F-B7E7-3D9703CA1DC9}" sibTransId="{EBCC5B5B-6ABC-4129-87F1-F1CCD90FD778}"/>
    <dgm:cxn modelId="{A1AFA034-291E-44B6-B6F6-70CB57151BAF}" srcId="{6E12017D-9017-4EC4-894D-0C2573C3BD4D}" destId="{C72AA816-C86E-4E17-AE26-753FD9BC7633}" srcOrd="2" destOrd="0" parTransId="{E5B3565B-7F2C-4E77-B255-E5B459E25B39}" sibTransId="{55842DC5-02B9-4B03-BBB0-F882A25E15FC}"/>
    <dgm:cxn modelId="{3545BA3E-7779-4B11-A0E1-44DC92601F97}" type="presOf" srcId="{984AD126-294B-4BC7-A7B1-D9052C24C5C4}" destId="{C875438D-D304-4747-BA21-7768C8A0B825}" srcOrd="1" destOrd="0" presId="urn:microsoft.com/office/officeart/2005/8/layout/process1"/>
    <dgm:cxn modelId="{05D0E051-EE38-4902-BBE8-867A4F547224}" type="presOf" srcId="{1F249688-6F08-46DB-8AB2-04BEE803EE61}" destId="{666FB137-0A15-416D-A630-7A219DD7E348}" srcOrd="0" destOrd="0" presId="urn:microsoft.com/office/officeart/2005/8/layout/process1"/>
    <dgm:cxn modelId="{1F1F5E54-9260-4825-A2FA-5F5798B8EDD9}" srcId="{6E12017D-9017-4EC4-894D-0C2573C3BD4D}" destId="{116ABD93-C09C-4840-8FE5-9124F43353C1}" srcOrd="8" destOrd="0" parTransId="{98E945B6-081C-443C-9D28-F93F11E17817}" sibTransId="{02AB4AC1-8258-42C0-8D53-C5339463AB41}"/>
    <dgm:cxn modelId="{EFEC5175-4119-43EF-93AB-35E1DB9403F4}" type="presOf" srcId="{E68A75E6-8EEF-435E-B117-9EE36F24CE6B}" destId="{EA120AED-98DA-4390-A0B0-5C980133D094}" srcOrd="0" destOrd="0" presId="urn:microsoft.com/office/officeart/2005/8/layout/process1"/>
    <dgm:cxn modelId="{321BD775-CD21-4C4D-9E17-23B1D5D35C0F}" srcId="{6E12017D-9017-4EC4-894D-0C2573C3BD4D}" destId="{A04B1B7C-65DD-415B-B716-9579529F64A3}" srcOrd="3" destOrd="0" parTransId="{38CAD8CC-DF16-431D-9A45-E81B5FD88E35}" sibTransId="{9B507E82-3904-4E7C-A1F1-DB33BF99258F}"/>
    <dgm:cxn modelId="{D3FF4E57-111A-4E68-8749-9C5EA7F88423}" type="presOf" srcId="{E0FCAED0-A6AF-4E53-94FA-06F2C3BCB608}" destId="{BEB699FB-FB69-4982-B7E0-CE435888F6FE}" srcOrd="0" destOrd="0" presId="urn:microsoft.com/office/officeart/2005/8/layout/process1"/>
    <dgm:cxn modelId="{8C516358-7998-44CF-BA93-A411B03267DD}" type="presOf" srcId="{D147CEB8-CD8E-44C9-9174-3F71BBF0CE05}" destId="{303CCFB1-4205-4AD2-84F1-797C92926A55}" srcOrd="0" destOrd="0" presId="urn:microsoft.com/office/officeart/2005/8/layout/process1"/>
    <dgm:cxn modelId="{FB152459-CCD6-4D37-AE1C-DE2D9CC914BC}" type="presOf" srcId="{CCDB7921-5D29-4020-A03B-588DC98518B7}" destId="{22DEB015-6344-45F9-8658-83133C2C25FC}" srcOrd="1" destOrd="0" presId="urn:microsoft.com/office/officeart/2005/8/layout/process1"/>
    <dgm:cxn modelId="{DFD3E359-86D8-4F27-AC2E-AF13327D17AA}" type="presOf" srcId="{7DEC7D6E-20C9-423F-9672-2AFC89606311}" destId="{DC115AB4-A6BA-46F9-A167-590C2F168609}" srcOrd="0" destOrd="0" presId="urn:microsoft.com/office/officeart/2005/8/layout/process1"/>
    <dgm:cxn modelId="{7039FC79-2587-486B-A69B-5313463724DC}" srcId="{6E12017D-9017-4EC4-894D-0C2573C3BD4D}" destId="{51F5C8BE-F71E-4B93-B8B2-5486DEA979D0}" srcOrd="9" destOrd="0" parTransId="{DDB1CA4A-A7ED-4865-B4C6-ED098AC5DB76}" sibTransId="{E9F7893C-8336-463E-BEB5-EFB2A4383DE7}"/>
    <dgm:cxn modelId="{A0E6B17B-9CEF-4688-B06A-AAD2B093C481}" type="presOf" srcId="{9BEC0E58-3E0A-4E9D-B23A-F77E91826353}" destId="{27372669-C3E7-4E3E-8F1D-31E1437B015B}" srcOrd="0" destOrd="0" presId="urn:microsoft.com/office/officeart/2005/8/layout/process1"/>
    <dgm:cxn modelId="{79DCD481-2145-4D12-97A5-DE80D37F1186}" type="presOf" srcId="{116ABD93-C09C-4840-8FE5-9124F43353C1}" destId="{23E9C7B4-B47B-4C57-B762-5429C5D51EF3}" srcOrd="0" destOrd="0" presId="urn:microsoft.com/office/officeart/2005/8/layout/process1"/>
    <dgm:cxn modelId="{4CF97583-3332-49AB-BCEC-4E44C0610A15}" srcId="{6E12017D-9017-4EC4-894D-0C2573C3BD4D}" destId="{D147CEB8-CD8E-44C9-9174-3F71BBF0CE05}" srcOrd="4" destOrd="0" parTransId="{483AFB74-A96A-4054-8B21-AA717A137AD7}" sibTransId="{E68A75E6-8EEF-435E-B117-9EE36F24CE6B}"/>
    <dgm:cxn modelId="{D622028A-58F5-4560-8535-73E8DBEA6630}" type="presOf" srcId="{E9F7893C-8336-463E-BEB5-EFB2A4383DE7}" destId="{9EB2E9F7-5149-413C-9B1D-8CBEC81A2119}" srcOrd="1" destOrd="0" presId="urn:microsoft.com/office/officeart/2005/8/layout/process1"/>
    <dgm:cxn modelId="{ABBF959B-0623-44F8-9AA8-E44E35F5BBAB}" type="presOf" srcId="{C72AA816-C86E-4E17-AE26-753FD9BC7633}" destId="{A5EDD1B0-53E7-4F02-9901-E8613861E7B1}" srcOrd="0" destOrd="0" presId="urn:microsoft.com/office/officeart/2005/8/layout/process1"/>
    <dgm:cxn modelId="{914C14AE-C750-4FCB-8690-9C14C0D897DD}" type="presOf" srcId="{A04B1B7C-65DD-415B-B716-9579529F64A3}" destId="{1DD6BAD1-B131-4680-B16D-1A75D37D6632}" srcOrd="0" destOrd="0" presId="urn:microsoft.com/office/officeart/2005/8/layout/process1"/>
    <dgm:cxn modelId="{E553C2B0-ED5F-40AF-B2B7-81FFA6B9FF4D}" type="presOf" srcId="{51F5C8BE-F71E-4B93-B8B2-5486DEA979D0}" destId="{82FD78A3-073D-4E81-9060-1B5F3C715A9B}" srcOrd="0" destOrd="0" presId="urn:microsoft.com/office/officeart/2005/8/layout/process1"/>
    <dgm:cxn modelId="{A614C9B1-C289-4B0C-90BD-C22456D916F7}" type="presOf" srcId="{C6AEA243-0933-4757-9F13-FCED87B56B8C}" destId="{DD7571B6-C416-4094-90E0-7CECD1FA2073}" srcOrd="1" destOrd="0" presId="urn:microsoft.com/office/officeart/2005/8/layout/process1"/>
    <dgm:cxn modelId="{79AD1FB5-513B-4F74-9532-28EBB1A3C21C}" type="presOf" srcId="{B998746D-4A0C-4375-B437-9F3CC4448C96}" destId="{7B0E76BA-B484-4D46-8C33-D9A89BD3ACFD}" srcOrd="0" destOrd="0" presId="urn:microsoft.com/office/officeart/2005/8/layout/process1"/>
    <dgm:cxn modelId="{CDF49BB9-FC6A-4154-977D-9A9EBA551E47}" type="presOf" srcId="{E9F7893C-8336-463E-BEB5-EFB2A4383DE7}" destId="{CF165C92-734B-456B-8B91-5BC3190D903B}" srcOrd="0" destOrd="0" presId="urn:microsoft.com/office/officeart/2005/8/layout/process1"/>
    <dgm:cxn modelId="{06C48EC3-1FD6-4B37-A0A5-FB95C3B79D31}" type="presOf" srcId="{C6AEA243-0933-4757-9F13-FCED87B56B8C}" destId="{B516B8F0-4E19-4134-A7F5-095E11DF0C84}" srcOrd="0" destOrd="0" presId="urn:microsoft.com/office/officeart/2005/8/layout/process1"/>
    <dgm:cxn modelId="{3CBE2EC7-C2E5-4A15-A79C-CF083689393A}" type="presOf" srcId="{792746DB-13DF-4D14-9D0A-7FFE3A2D14FE}" destId="{350DA0C9-FE17-40AA-B4FB-2A9B354E8C68}" srcOrd="1" destOrd="0" presId="urn:microsoft.com/office/officeart/2005/8/layout/process1"/>
    <dgm:cxn modelId="{8DDABFC7-5C44-408A-93BB-119F2A607931}" type="presOf" srcId="{71635D6A-60B0-4A31-8C8D-B4CA4ABC036C}" destId="{EF6A6D24-9FB6-428D-AD57-706C43417B76}" srcOrd="0" destOrd="0" presId="urn:microsoft.com/office/officeart/2005/8/layout/process1"/>
    <dgm:cxn modelId="{6574E1CD-95D7-4AF6-95BE-8F7839A6F148}" type="presOf" srcId="{792746DB-13DF-4D14-9D0A-7FFE3A2D14FE}" destId="{2F39ED7B-EBF1-465A-BF62-8BE29C9CA9F9}" srcOrd="0" destOrd="0" presId="urn:microsoft.com/office/officeart/2005/8/layout/process1"/>
    <dgm:cxn modelId="{7A2583D4-5015-4BB5-864D-259F61C1A420}" type="presOf" srcId="{256BEFCD-AB4E-4E6E-BE56-22D66D2F106B}" destId="{FAC867FC-1CD0-4490-BC9A-1BC9F93EC425}" srcOrd="0" destOrd="0" presId="urn:microsoft.com/office/officeart/2005/8/layout/process1"/>
    <dgm:cxn modelId="{688DB7D9-3F67-4D98-BB0B-273DA1A3BAA6}" srcId="{6E12017D-9017-4EC4-894D-0C2573C3BD4D}" destId="{9BEC0E58-3E0A-4E9D-B23A-F77E91826353}" srcOrd="1" destOrd="0" parTransId="{316E185F-8539-42A0-8C1D-EA28E9499D15}" sibTransId="{256BEFCD-AB4E-4E6E-BE56-22D66D2F106B}"/>
    <dgm:cxn modelId="{60EB56DB-4494-4764-8191-68B4EE10A52D}" type="presOf" srcId="{55842DC5-02B9-4B03-BBB0-F882A25E15FC}" destId="{4D056FF6-17D4-48D6-9182-55054954EC57}" srcOrd="1" destOrd="0" presId="urn:microsoft.com/office/officeart/2005/8/layout/process1"/>
    <dgm:cxn modelId="{68963CDC-5F9F-438E-8B37-2E7E55B69D51}" srcId="{6E12017D-9017-4EC4-894D-0C2573C3BD4D}" destId="{71635D6A-60B0-4A31-8C8D-B4CA4ABC036C}" srcOrd="5" destOrd="0" parTransId="{A7FB8E3E-7077-48FA-9223-8DB7FBB9BD1C}" sibTransId="{984AD126-294B-4BC7-A7B1-D9052C24C5C4}"/>
    <dgm:cxn modelId="{473917E3-C3D1-42B1-8EEA-0CF3B4E8AB13}" srcId="{6E12017D-9017-4EC4-894D-0C2573C3BD4D}" destId="{1F249688-6F08-46DB-8AB2-04BEE803EE61}" srcOrd="0" destOrd="0" parTransId="{A1F5B719-928A-4186-AABF-C6287BF68ECE}" sibTransId="{CCDB7921-5D29-4020-A03B-588DC98518B7}"/>
    <dgm:cxn modelId="{23EF60E9-0EBD-425F-96EA-0D9077B77B1F}" srcId="{6E12017D-9017-4EC4-894D-0C2573C3BD4D}" destId="{7DEC7D6E-20C9-423F-9672-2AFC89606311}" srcOrd="7" destOrd="0" parTransId="{E70282C9-4BF7-45E8-848B-FC4E8D3241D9}" sibTransId="{792746DB-13DF-4D14-9D0A-7FFE3A2D14FE}"/>
    <dgm:cxn modelId="{506028EC-7EFA-4C40-A3DF-05194CB12DB5}" type="presOf" srcId="{9B507E82-3904-4E7C-A1F1-DB33BF99258F}" destId="{AC3E21BB-18D5-4C52-B401-9E9F1BCB1739}" srcOrd="0" destOrd="0" presId="urn:microsoft.com/office/officeart/2005/8/layout/process1"/>
    <dgm:cxn modelId="{865D10EE-50E4-4EBD-96CD-AABA532AA1BA}" type="presOf" srcId="{984AD126-294B-4BC7-A7B1-D9052C24C5C4}" destId="{F701C0A8-25D1-4323-8FC9-CBC8B59FDADD}" srcOrd="0" destOrd="0" presId="urn:microsoft.com/office/officeart/2005/8/layout/process1"/>
    <dgm:cxn modelId="{B49B8FEE-B31B-4945-8B2B-588EE06549E5}" type="presOf" srcId="{CCDB7921-5D29-4020-A03B-588DC98518B7}" destId="{4C7249B2-1FEC-4D9A-8942-2DCF53A06319}" srcOrd="0" destOrd="0" presId="urn:microsoft.com/office/officeart/2005/8/layout/process1"/>
    <dgm:cxn modelId="{860261FB-94AA-4B05-AD6D-75139DC08563}" type="presOf" srcId="{02AB4AC1-8258-42C0-8D53-C5339463AB41}" destId="{6ED91BBB-DECD-4EA6-931F-F51FCD38E35F}" srcOrd="1" destOrd="0" presId="urn:microsoft.com/office/officeart/2005/8/layout/process1"/>
    <dgm:cxn modelId="{873611FF-4B00-40C2-9247-327A60A64172}" type="presOf" srcId="{55842DC5-02B9-4B03-BBB0-F882A25E15FC}" destId="{F45EFFC2-6CAE-4A76-84E4-127AB8ECD9F2}" srcOrd="0" destOrd="0" presId="urn:microsoft.com/office/officeart/2005/8/layout/process1"/>
    <dgm:cxn modelId="{0AEE8E94-2095-4C7F-B69E-C517BA691F7A}" type="presParOf" srcId="{B6381140-485A-43AF-8978-864D9DEE959F}" destId="{666FB137-0A15-416D-A630-7A219DD7E348}" srcOrd="0" destOrd="0" presId="urn:microsoft.com/office/officeart/2005/8/layout/process1"/>
    <dgm:cxn modelId="{937ADC05-E92A-4FFF-B9EA-712B900CE4A0}" type="presParOf" srcId="{B6381140-485A-43AF-8978-864D9DEE959F}" destId="{4C7249B2-1FEC-4D9A-8942-2DCF53A06319}" srcOrd="1" destOrd="0" presId="urn:microsoft.com/office/officeart/2005/8/layout/process1"/>
    <dgm:cxn modelId="{6166F29B-BCE6-4207-AE27-101698E3DF23}" type="presParOf" srcId="{4C7249B2-1FEC-4D9A-8942-2DCF53A06319}" destId="{22DEB015-6344-45F9-8658-83133C2C25FC}" srcOrd="0" destOrd="0" presId="urn:microsoft.com/office/officeart/2005/8/layout/process1"/>
    <dgm:cxn modelId="{7997E4A5-BCCC-4F57-A401-3B5851AD8ED8}" type="presParOf" srcId="{B6381140-485A-43AF-8978-864D9DEE959F}" destId="{27372669-C3E7-4E3E-8F1D-31E1437B015B}" srcOrd="2" destOrd="0" presId="urn:microsoft.com/office/officeart/2005/8/layout/process1"/>
    <dgm:cxn modelId="{B61DD378-2E6F-484A-B58D-BAF75CB72C0C}" type="presParOf" srcId="{B6381140-485A-43AF-8978-864D9DEE959F}" destId="{FAC867FC-1CD0-4490-BC9A-1BC9F93EC425}" srcOrd="3" destOrd="0" presId="urn:microsoft.com/office/officeart/2005/8/layout/process1"/>
    <dgm:cxn modelId="{9004B5BC-FEB3-4335-B037-1822AB93F9F6}" type="presParOf" srcId="{FAC867FC-1CD0-4490-BC9A-1BC9F93EC425}" destId="{2A9CFB87-5169-4BF4-BA8F-2434F9D48F29}" srcOrd="0" destOrd="0" presId="urn:microsoft.com/office/officeart/2005/8/layout/process1"/>
    <dgm:cxn modelId="{69CEF3E5-EAB0-44DF-965C-23601BCCFD75}" type="presParOf" srcId="{B6381140-485A-43AF-8978-864D9DEE959F}" destId="{A5EDD1B0-53E7-4F02-9901-E8613861E7B1}" srcOrd="4" destOrd="0" presId="urn:microsoft.com/office/officeart/2005/8/layout/process1"/>
    <dgm:cxn modelId="{9C873165-E925-4C86-AAC9-F854AABD9B54}" type="presParOf" srcId="{B6381140-485A-43AF-8978-864D9DEE959F}" destId="{F45EFFC2-6CAE-4A76-84E4-127AB8ECD9F2}" srcOrd="5" destOrd="0" presId="urn:microsoft.com/office/officeart/2005/8/layout/process1"/>
    <dgm:cxn modelId="{AEFD3B86-1210-400E-ACF0-F150A78CF294}" type="presParOf" srcId="{F45EFFC2-6CAE-4A76-84E4-127AB8ECD9F2}" destId="{4D056FF6-17D4-48D6-9182-55054954EC57}" srcOrd="0" destOrd="0" presId="urn:microsoft.com/office/officeart/2005/8/layout/process1"/>
    <dgm:cxn modelId="{273817EC-D086-4501-9587-E5844C098BAB}" type="presParOf" srcId="{B6381140-485A-43AF-8978-864D9DEE959F}" destId="{1DD6BAD1-B131-4680-B16D-1A75D37D6632}" srcOrd="6" destOrd="0" presId="urn:microsoft.com/office/officeart/2005/8/layout/process1"/>
    <dgm:cxn modelId="{AF5B7038-34E2-4095-890F-23DFD2208F45}" type="presParOf" srcId="{B6381140-485A-43AF-8978-864D9DEE959F}" destId="{AC3E21BB-18D5-4C52-B401-9E9F1BCB1739}" srcOrd="7" destOrd="0" presId="urn:microsoft.com/office/officeart/2005/8/layout/process1"/>
    <dgm:cxn modelId="{86F74AA2-CA76-459E-86BC-CFEBA1486073}" type="presParOf" srcId="{AC3E21BB-18D5-4C52-B401-9E9F1BCB1739}" destId="{E57407EF-645A-4F40-874D-A8B3F36A25A5}" srcOrd="0" destOrd="0" presId="urn:microsoft.com/office/officeart/2005/8/layout/process1"/>
    <dgm:cxn modelId="{EBC7447C-7264-41D6-94BC-88EBF96F3684}" type="presParOf" srcId="{B6381140-485A-43AF-8978-864D9DEE959F}" destId="{303CCFB1-4205-4AD2-84F1-797C92926A55}" srcOrd="8" destOrd="0" presId="urn:microsoft.com/office/officeart/2005/8/layout/process1"/>
    <dgm:cxn modelId="{C061A70C-CC34-411E-A653-A6D8A1158873}" type="presParOf" srcId="{B6381140-485A-43AF-8978-864D9DEE959F}" destId="{EA120AED-98DA-4390-A0B0-5C980133D094}" srcOrd="9" destOrd="0" presId="urn:microsoft.com/office/officeart/2005/8/layout/process1"/>
    <dgm:cxn modelId="{744DE35D-68AC-40AF-8329-FA126D8ABC16}" type="presParOf" srcId="{EA120AED-98DA-4390-A0B0-5C980133D094}" destId="{1D7245F7-06FD-44E4-87CB-FDFA70AA2A35}" srcOrd="0" destOrd="0" presId="urn:microsoft.com/office/officeart/2005/8/layout/process1"/>
    <dgm:cxn modelId="{D098504F-9679-4756-AF6E-3BF3719098FB}" type="presParOf" srcId="{B6381140-485A-43AF-8978-864D9DEE959F}" destId="{EF6A6D24-9FB6-428D-AD57-706C43417B76}" srcOrd="10" destOrd="0" presId="urn:microsoft.com/office/officeart/2005/8/layout/process1"/>
    <dgm:cxn modelId="{65C87675-37FB-4ABB-B3DB-0040756431F3}" type="presParOf" srcId="{B6381140-485A-43AF-8978-864D9DEE959F}" destId="{F701C0A8-25D1-4323-8FC9-CBC8B59FDADD}" srcOrd="11" destOrd="0" presId="urn:microsoft.com/office/officeart/2005/8/layout/process1"/>
    <dgm:cxn modelId="{EF3F332F-04CA-4FED-BF3C-1F0C814FCDE5}" type="presParOf" srcId="{F701C0A8-25D1-4323-8FC9-CBC8B59FDADD}" destId="{C875438D-D304-4747-BA21-7768C8A0B825}" srcOrd="0" destOrd="0" presId="urn:microsoft.com/office/officeart/2005/8/layout/process1"/>
    <dgm:cxn modelId="{58DCADE8-FD85-4442-BBFB-965624A9A531}" type="presParOf" srcId="{B6381140-485A-43AF-8978-864D9DEE959F}" destId="{BEB699FB-FB69-4982-B7E0-CE435888F6FE}" srcOrd="12" destOrd="0" presId="urn:microsoft.com/office/officeart/2005/8/layout/process1"/>
    <dgm:cxn modelId="{7C6BAA91-797C-43C9-A5D4-410F3D5585EE}" type="presParOf" srcId="{B6381140-485A-43AF-8978-864D9DEE959F}" destId="{B516B8F0-4E19-4134-A7F5-095E11DF0C84}" srcOrd="13" destOrd="0" presId="urn:microsoft.com/office/officeart/2005/8/layout/process1"/>
    <dgm:cxn modelId="{D99A02D9-4882-41C9-8763-77B7663B021C}" type="presParOf" srcId="{B516B8F0-4E19-4134-A7F5-095E11DF0C84}" destId="{DD7571B6-C416-4094-90E0-7CECD1FA2073}" srcOrd="0" destOrd="0" presId="urn:microsoft.com/office/officeart/2005/8/layout/process1"/>
    <dgm:cxn modelId="{51C8F32A-F8E6-48A0-9E1B-7F6A576A3464}" type="presParOf" srcId="{B6381140-485A-43AF-8978-864D9DEE959F}" destId="{DC115AB4-A6BA-46F9-A167-590C2F168609}" srcOrd="14" destOrd="0" presId="urn:microsoft.com/office/officeart/2005/8/layout/process1"/>
    <dgm:cxn modelId="{1224538D-9567-46B4-B9B3-D28DC2789540}" type="presParOf" srcId="{B6381140-485A-43AF-8978-864D9DEE959F}" destId="{2F39ED7B-EBF1-465A-BF62-8BE29C9CA9F9}" srcOrd="15" destOrd="0" presId="urn:microsoft.com/office/officeart/2005/8/layout/process1"/>
    <dgm:cxn modelId="{FFD7575E-8247-4218-B6D3-03ECD66565BF}" type="presParOf" srcId="{2F39ED7B-EBF1-465A-BF62-8BE29C9CA9F9}" destId="{350DA0C9-FE17-40AA-B4FB-2A9B354E8C68}" srcOrd="0" destOrd="0" presId="urn:microsoft.com/office/officeart/2005/8/layout/process1"/>
    <dgm:cxn modelId="{F0FBA128-4B98-4BC2-B900-9DABE1A3FA96}" type="presParOf" srcId="{B6381140-485A-43AF-8978-864D9DEE959F}" destId="{23E9C7B4-B47B-4C57-B762-5429C5D51EF3}" srcOrd="16" destOrd="0" presId="urn:microsoft.com/office/officeart/2005/8/layout/process1"/>
    <dgm:cxn modelId="{70DA3234-7515-4B74-941B-3001B7CCED91}" type="presParOf" srcId="{B6381140-485A-43AF-8978-864D9DEE959F}" destId="{760BB55E-6348-4D38-A8C4-FA63649A1A3A}" srcOrd="17" destOrd="0" presId="urn:microsoft.com/office/officeart/2005/8/layout/process1"/>
    <dgm:cxn modelId="{BC0221EC-82E8-4668-B7F8-5E96A10B3814}" type="presParOf" srcId="{760BB55E-6348-4D38-A8C4-FA63649A1A3A}" destId="{6ED91BBB-DECD-4EA6-931F-F51FCD38E35F}" srcOrd="0" destOrd="0" presId="urn:microsoft.com/office/officeart/2005/8/layout/process1"/>
    <dgm:cxn modelId="{FAC87F9B-23FA-4B3B-8401-349ED778ED5E}" type="presParOf" srcId="{B6381140-485A-43AF-8978-864D9DEE959F}" destId="{82FD78A3-073D-4E81-9060-1B5F3C715A9B}" srcOrd="18" destOrd="0" presId="urn:microsoft.com/office/officeart/2005/8/layout/process1"/>
    <dgm:cxn modelId="{1E433B70-BFB9-49A5-920D-72F1FA71746A}" type="presParOf" srcId="{B6381140-485A-43AF-8978-864D9DEE959F}" destId="{CF165C92-734B-456B-8B91-5BC3190D903B}" srcOrd="19" destOrd="0" presId="urn:microsoft.com/office/officeart/2005/8/layout/process1"/>
    <dgm:cxn modelId="{73519234-E474-4063-903C-911A00DBEE6D}" type="presParOf" srcId="{CF165C92-734B-456B-8B91-5BC3190D903B}" destId="{9EB2E9F7-5149-413C-9B1D-8CBEC81A2119}" srcOrd="0" destOrd="0" presId="urn:microsoft.com/office/officeart/2005/8/layout/process1"/>
    <dgm:cxn modelId="{BDC20288-9984-4F38-8FC2-6C78B639A39B}" type="presParOf" srcId="{B6381140-485A-43AF-8978-864D9DEE959F}" destId="{7B0E76BA-B484-4D46-8C33-D9A89BD3ACFD}" srcOrd="2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DD1C22F-80A2-4ACA-8D31-5F3EDFD3BA5C}" type="doc">
      <dgm:prSet loTypeId="urn:microsoft.com/office/officeart/2005/8/layout/hierarchy2" loCatId="hierarchy" qsTypeId="urn:microsoft.com/office/officeart/2005/8/quickstyle/simple1" qsCatId="simple" csTypeId="urn:microsoft.com/office/officeart/2005/8/colors/colorful4" csCatId="colorful" phldr="1"/>
      <dgm:spPr/>
      <dgm:t>
        <a:bodyPr/>
        <a:lstStyle/>
        <a:p>
          <a:endParaRPr lang="en-IN"/>
        </a:p>
      </dgm:t>
    </dgm:pt>
    <dgm:pt modelId="{877E7ADE-E96E-48FA-9616-D85036B806A1}">
      <dgm:prSet phldrT="[Text]" custT="1"/>
      <dgm:spPr/>
      <dgm:t>
        <a:bodyPr/>
        <a:lstStyle/>
        <a:p>
          <a:pPr>
            <a:buNone/>
          </a:pPr>
          <a:r>
            <a:rPr lang="en-IN" sz="1200" b="1" dirty="0">
              <a:latin typeface="Agency FB" panose="020B0503020202020204" pitchFamily="34" charset="0"/>
            </a:rPr>
            <a:t>Features that are simultaneously</a:t>
          </a:r>
        </a:p>
      </dgm:t>
    </dgm:pt>
    <dgm:pt modelId="{EBBF8E70-B9BF-4A4C-9E95-774A46275B52}" type="parTrans" cxnId="{33DA548E-FB14-4166-BF4B-D7FAE896E472}">
      <dgm:prSet/>
      <dgm:spPr/>
      <dgm:t>
        <a:bodyPr/>
        <a:lstStyle/>
        <a:p>
          <a:endParaRPr lang="en-IN" sz="1400" b="1">
            <a:latin typeface="Agency FB" panose="020B0503020202020204" pitchFamily="34" charset="0"/>
          </a:endParaRPr>
        </a:p>
      </dgm:t>
    </dgm:pt>
    <dgm:pt modelId="{40B474D2-AAC8-450B-9BC8-B0B995234F00}" type="sibTrans" cxnId="{33DA548E-FB14-4166-BF4B-D7FAE896E472}">
      <dgm:prSet/>
      <dgm:spPr/>
      <dgm:t>
        <a:bodyPr/>
        <a:lstStyle/>
        <a:p>
          <a:endParaRPr lang="en-IN" sz="1400" b="1">
            <a:latin typeface="Agency FB" panose="020B0503020202020204" pitchFamily="34" charset="0"/>
          </a:endParaRPr>
        </a:p>
      </dgm:t>
    </dgm:pt>
    <dgm:pt modelId="{E821A11A-6E59-4E09-8351-6E9B28DFAE16}">
      <dgm:prSet phldrT="[Text]" custT="1"/>
      <dgm:spPr/>
      <dgm:t>
        <a:bodyPr/>
        <a:lstStyle/>
        <a:p>
          <a:pPr>
            <a:buNone/>
          </a:pPr>
          <a:r>
            <a:rPr lang="en-IN" sz="1200" b="1" dirty="0">
              <a:latin typeface="Agency FB" panose="020B0503020202020204" pitchFamily="34" charset="0"/>
            </a:rPr>
            <a:t>Representative of the </a:t>
          </a:r>
        </a:p>
        <a:p>
          <a:pPr>
            <a:buNone/>
          </a:pPr>
          <a:r>
            <a:rPr lang="en-IN" sz="1200" b="1" dirty="0">
              <a:latin typeface="Agency FB" panose="020B0503020202020204" pitchFamily="34" charset="0"/>
            </a:rPr>
            <a:t>input</a:t>
          </a:r>
        </a:p>
      </dgm:t>
    </dgm:pt>
    <dgm:pt modelId="{710944A6-CEDE-4D60-968B-5216CC47501A}" type="parTrans" cxnId="{8DCFA226-425F-4B8B-8C9A-7C779C4B09C7}">
      <dgm:prSet custT="1"/>
      <dgm:spPr>
        <a:ln>
          <a:solidFill>
            <a:schemeClr val="bg1"/>
          </a:solidFill>
        </a:ln>
      </dgm:spPr>
      <dgm:t>
        <a:bodyPr/>
        <a:lstStyle/>
        <a:p>
          <a:endParaRPr lang="en-IN" sz="600" b="1">
            <a:latin typeface="Agency FB" panose="020B0503020202020204" pitchFamily="34" charset="0"/>
          </a:endParaRPr>
        </a:p>
      </dgm:t>
    </dgm:pt>
    <dgm:pt modelId="{237ACD24-9B5E-479B-994B-855DDE6D28A5}" type="sibTrans" cxnId="{8DCFA226-425F-4B8B-8C9A-7C779C4B09C7}">
      <dgm:prSet/>
      <dgm:spPr/>
      <dgm:t>
        <a:bodyPr/>
        <a:lstStyle/>
        <a:p>
          <a:endParaRPr lang="en-IN" sz="1400" b="1">
            <a:latin typeface="Agency FB" panose="020B0503020202020204" pitchFamily="34" charset="0"/>
          </a:endParaRPr>
        </a:p>
      </dgm:t>
    </dgm:pt>
    <dgm:pt modelId="{F497228B-ED16-4EE6-9AF8-B3308213856F}">
      <dgm:prSet phldrT="[Text]" custT="1"/>
      <dgm:spPr/>
      <dgm:t>
        <a:bodyPr/>
        <a:lstStyle/>
        <a:p>
          <a:pPr>
            <a:buNone/>
          </a:pPr>
          <a:r>
            <a:rPr lang="en-IN" sz="1200" b="1" dirty="0">
              <a:latin typeface="Agency FB" panose="020B0503020202020204" pitchFamily="34" charset="0"/>
            </a:rPr>
            <a:t>Sparse</a:t>
          </a:r>
        </a:p>
      </dgm:t>
    </dgm:pt>
    <dgm:pt modelId="{EC32EE40-C96C-4DD5-A877-3B6CA2EF197B}" type="parTrans" cxnId="{84329876-0ECF-42A3-B9F9-F3EBF61CDC75}">
      <dgm:prSet custT="1"/>
      <dgm:spPr>
        <a:ln>
          <a:solidFill>
            <a:schemeClr val="bg1"/>
          </a:solidFill>
        </a:ln>
      </dgm:spPr>
      <dgm:t>
        <a:bodyPr/>
        <a:lstStyle/>
        <a:p>
          <a:endParaRPr lang="en-IN" sz="300" b="1">
            <a:latin typeface="Agency FB" panose="020B0503020202020204" pitchFamily="34" charset="0"/>
          </a:endParaRPr>
        </a:p>
      </dgm:t>
    </dgm:pt>
    <dgm:pt modelId="{C0F21BFA-6B4A-4A77-9676-3E9146B01BEF}" type="sibTrans" cxnId="{84329876-0ECF-42A3-B9F9-F3EBF61CDC75}">
      <dgm:prSet/>
      <dgm:spPr/>
      <dgm:t>
        <a:bodyPr/>
        <a:lstStyle/>
        <a:p>
          <a:endParaRPr lang="en-IN" sz="1400" b="1">
            <a:latin typeface="Agency FB" panose="020B0503020202020204" pitchFamily="34" charset="0"/>
          </a:endParaRPr>
        </a:p>
      </dgm:t>
    </dgm:pt>
    <dgm:pt modelId="{C994923D-2289-4450-8714-153A8CEC3E83}">
      <dgm:prSet phldrT="[Text]" custT="1"/>
      <dgm:spPr/>
      <dgm:t>
        <a:bodyPr/>
        <a:lstStyle/>
        <a:p>
          <a:pPr>
            <a:buNone/>
          </a:pPr>
          <a:r>
            <a:rPr lang="en-IN" sz="1200" b="1" dirty="0">
              <a:latin typeface="Agency FB" panose="020B0503020202020204" pitchFamily="34" charset="0"/>
            </a:rPr>
            <a:t>Compatible with the classifier</a:t>
          </a:r>
        </a:p>
      </dgm:t>
    </dgm:pt>
    <dgm:pt modelId="{4ABA0ADE-059B-463F-AF29-4EC3FCD2BEA7}" type="parTrans" cxnId="{6DED242E-F854-443E-8EB5-31F5BB02BC49}">
      <dgm:prSet custT="1"/>
      <dgm:spPr>
        <a:ln>
          <a:solidFill>
            <a:schemeClr val="bg1"/>
          </a:solidFill>
        </a:ln>
      </dgm:spPr>
      <dgm:t>
        <a:bodyPr/>
        <a:lstStyle/>
        <a:p>
          <a:endParaRPr lang="en-IN" sz="600" b="1">
            <a:latin typeface="Agency FB" panose="020B0503020202020204" pitchFamily="34" charset="0"/>
          </a:endParaRPr>
        </a:p>
      </dgm:t>
    </dgm:pt>
    <dgm:pt modelId="{621C1775-0FCF-4741-AFF2-BBC094004594}" type="sibTrans" cxnId="{6DED242E-F854-443E-8EB5-31F5BB02BC49}">
      <dgm:prSet/>
      <dgm:spPr/>
      <dgm:t>
        <a:bodyPr/>
        <a:lstStyle/>
        <a:p>
          <a:endParaRPr lang="en-IN" sz="1400" b="1">
            <a:latin typeface="Agency FB" panose="020B0503020202020204" pitchFamily="34" charset="0"/>
          </a:endParaRPr>
        </a:p>
      </dgm:t>
    </dgm:pt>
    <dgm:pt modelId="{224D2E1C-0408-48E4-9132-7BB955A2EE03}" type="pres">
      <dgm:prSet presAssocID="{BDD1C22F-80A2-4ACA-8D31-5F3EDFD3BA5C}" presName="diagram" presStyleCnt="0">
        <dgm:presLayoutVars>
          <dgm:chPref val="1"/>
          <dgm:dir/>
          <dgm:animOne val="branch"/>
          <dgm:animLvl val="lvl"/>
          <dgm:resizeHandles val="exact"/>
        </dgm:presLayoutVars>
      </dgm:prSet>
      <dgm:spPr/>
    </dgm:pt>
    <dgm:pt modelId="{0F6C72D4-5100-41F6-8523-FF340C8CA020}" type="pres">
      <dgm:prSet presAssocID="{877E7ADE-E96E-48FA-9616-D85036B806A1}" presName="root1" presStyleCnt="0"/>
      <dgm:spPr/>
    </dgm:pt>
    <dgm:pt modelId="{369EAFF2-B92E-41A8-8687-CF85B3D83732}" type="pres">
      <dgm:prSet presAssocID="{877E7ADE-E96E-48FA-9616-D85036B806A1}" presName="LevelOneTextNode" presStyleLbl="node0" presStyleIdx="0" presStyleCnt="1" custScaleX="163085">
        <dgm:presLayoutVars>
          <dgm:chPref val="3"/>
        </dgm:presLayoutVars>
      </dgm:prSet>
      <dgm:spPr/>
    </dgm:pt>
    <dgm:pt modelId="{7BCFFDDC-9351-4472-9056-309AAD015C8E}" type="pres">
      <dgm:prSet presAssocID="{877E7ADE-E96E-48FA-9616-D85036B806A1}" presName="level2hierChild" presStyleCnt="0"/>
      <dgm:spPr/>
    </dgm:pt>
    <dgm:pt modelId="{3D0D3E62-BFF9-47A8-99F9-E109D262F0A3}" type="pres">
      <dgm:prSet presAssocID="{710944A6-CEDE-4D60-968B-5216CC47501A}" presName="conn2-1" presStyleLbl="parChTrans1D2" presStyleIdx="0" presStyleCnt="3"/>
      <dgm:spPr/>
    </dgm:pt>
    <dgm:pt modelId="{1FB9C8D5-7CC4-4F99-B337-B0885442D1F6}" type="pres">
      <dgm:prSet presAssocID="{710944A6-CEDE-4D60-968B-5216CC47501A}" presName="connTx" presStyleLbl="parChTrans1D2" presStyleIdx="0" presStyleCnt="3"/>
      <dgm:spPr/>
    </dgm:pt>
    <dgm:pt modelId="{829B835F-9115-4B1F-8596-C276EE90D137}" type="pres">
      <dgm:prSet presAssocID="{E821A11A-6E59-4E09-8351-6E9B28DFAE16}" presName="root2" presStyleCnt="0"/>
      <dgm:spPr/>
    </dgm:pt>
    <dgm:pt modelId="{79FCBF6B-3DE2-49D6-A916-09ADE99B4DC4}" type="pres">
      <dgm:prSet presAssocID="{E821A11A-6E59-4E09-8351-6E9B28DFAE16}" presName="LevelTwoTextNode" presStyleLbl="node2" presStyleIdx="0" presStyleCnt="3" custScaleX="101550">
        <dgm:presLayoutVars>
          <dgm:chPref val="3"/>
        </dgm:presLayoutVars>
      </dgm:prSet>
      <dgm:spPr/>
    </dgm:pt>
    <dgm:pt modelId="{4A84B7A2-9425-407B-BB5B-FEB0084AB5B6}" type="pres">
      <dgm:prSet presAssocID="{E821A11A-6E59-4E09-8351-6E9B28DFAE16}" presName="level3hierChild" presStyleCnt="0"/>
      <dgm:spPr/>
    </dgm:pt>
    <dgm:pt modelId="{9F81B5B1-2DFA-4889-B0F3-74BD341C20BC}" type="pres">
      <dgm:prSet presAssocID="{EC32EE40-C96C-4DD5-A877-3B6CA2EF197B}" presName="conn2-1" presStyleLbl="parChTrans1D2" presStyleIdx="1" presStyleCnt="3"/>
      <dgm:spPr/>
    </dgm:pt>
    <dgm:pt modelId="{D4733082-BECF-4BA7-B6C3-A1CCD5F656E4}" type="pres">
      <dgm:prSet presAssocID="{EC32EE40-C96C-4DD5-A877-3B6CA2EF197B}" presName="connTx" presStyleLbl="parChTrans1D2" presStyleIdx="1" presStyleCnt="3"/>
      <dgm:spPr/>
    </dgm:pt>
    <dgm:pt modelId="{88B5FBEC-29FE-478E-8007-587F3D361CFE}" type="pres">
      <dgm:prSet presAssocID="{F497228B-ED16-4EE6-9AF8-B3308213856F}" presName="root2" presStyleCnt="0"/>
      <dgm:spPr/>
    </dgm:pt>
    <dgm:pt modelId="{06BBE659-89A8-4B8B-89D8-6F363470BAF4}" type="pres">
      <dgm:prSet presAssocID="{F497228B-ED16-4EE6-9AF8-B3308213856F}" presName="LevelTwoTextNode" presStyleLbl="node2" presStyleIdx="1" presStyleCnt="3">
        <dgm:presLayoutVars>
          <dgm:chPref val="3"/>
        </dgm:presLayoutVars>
      </dgm:prSet>
      <dgm:spPr/>
    </dgm:pt>
    <dgm:pt modelId="{F65F60A3-663E-4924-8BBA-F4672701F363}" type="pres">
      <dgm:prSet presAssocID="{F497228B-ED16-4EE6-9AF8-B3308213856F}" presName="level3hierChild" presStyleCnt="0"/>
      <dgm:spPr/>
    </dgm:pt>
    <dgm:pt modelId="{DC9B00C1-0A84-4814-B5EC-0E6819E68A08}" type="pres">
      <dgm:prSet presAssocID="{4ABA0ADE-059B-463F-AF29-4EC3FCD2BEA7}" presName="conn2-1" presStyleLbl="parChTrans1D2" presStyleIdx="2" presStyleCnt="3"/>
      <dgm:spPr/>
    </dgm:pt>
    <dgm:pt modelId="{FEF7573D-42A6-471D-AAA7-3E5D37FD1DF6}" type="pres">
      <dgm:prSet presAssocID="{4ABA0ADE-059B-463F-AF29-4EC3FCD2BEA7}" presName="connTx" presStyleLbl="parChTrans1D2" presStyleIdx="2" presStyleCnt="3"/>
      <dgm:spPr/>
    </dgm:pt>
    <dgm:pt modelId="{3534152B-D7DF-4AAA-A789-E8B43C868FC0}" type="pres">
      <dgm:prSet presAssocID="{C994923D-2289-4450-8714-153A8CEC3E83}" presName="root2" presStyleCnt="0"/>
      <dgm:spPr/>
    </dgm:pt>
    <dgm:pt modelId="{038DDE5E-295D-4175-A66E-29638A4EE0CC}" type="pres">
      <dgm:prSet presAssocID="{C994923D-2289-4450-8714-153A8CEC3E83}" presName="LevelTwoTextNode" presStyleLbl="node2" presStyleIdx="2" presStyleCnt="3">
        <dgm:presLayoutVars>
          <dgm:chPref val="3"/>
        </dgm:presLayoutVars>
      </dgm:prSet>
      <dgm:spPr/>
    </dgm:pt>
    <dgm:pt modelId="{072928CC-786B-465B-86C6-4C126E42825A}" type="pres">
      <dgm:prSet presAssocID="{C994923D-2289-4450-8714-153A8CEC3E83}" presName="level3hierChild" presStyleCnt="0"/>
      <dgm:spPr/>
    </dgm:pt>
  </dgm:ptLst>
  <dgm:cxnLst>
    <dgm:cxn modelId="{8DCFA226-425F-4B8B-8C9A-7C779C4B09C7}" srcId="{877E7ADE-E96E-48FA-9616-D85036B806A1}" destId="{E821A11A-6E59-4E09-8351-6E9B28DFAE16}" srcOrd="0" destOrd="0" parTransId="{710944A6-CEDE-4D60-968B-5216CC47501A}" sibTransId="{237ACD24-9B5E-479B-994B-855DDE6D28A5}"/>
    <dgm:cxn modelId="{6DED242E-F854-443E-8EB5-31F5BB02BC49}" srcId="{877E7ADE-E96E-48FA-9616-D85036B806A1}" destId="{C994923D-2289-4450-8714-153A8CEC3E83}" srcOrd="2" destOrd="0" parTransId="{4ABA0ADE-059B-463F-AF29-4EC3FCD2BEA7}" sibTransId="{621C1775-0FCF-4741-AFF2-BBC094004594}"/>
    <dgm:cxn modelId="{2D7BFF53-F23A-4AF4-80E2-E1F445387D74}" type="presOf" srcId="{710944A6-CEDE-4D60-968B-5216CC47501A}" destId="{3D0D3E62-BFF9-47A8-99F9-E109D262F0A3}" srcOrd="0" destOrd="0" presId="urn:microsoft.com/office/officeart/2005/8/layout/hierarchy2"/>
    <dgm:cxn modelId="{84329876-0ECF-42A3-B9F9-F3EBF61CDC75}" srcId="{877E7ADE-E96E-48FA-9616-D85036B806A1}" destId="{F497228B-ED16-4EE6-9AF8-B3308213856F}" srcOrd="1" destOrd="0" parTransId="{EC32EE40-C96C-4DD5-A877-3B6CA2EF197B}" sibTransId="{C0F21BFA-6B4A-4A77-9676-3E9146B01BEF}"/>
    <dgm:cxn modelId="{F4CFEE56-08CC-4DFA-97ED-09F0885494A8}" type="presOf" srcId="{710944A6-CEDE-4D60-968B-5216CC47501A}" destId="{1FB9C8D5-7CC4-4F99-B337-B0885442D1F6}" srcOrd="1" destOrd="0" presId="urn:microsoft.com/office/officeart/2005/8/layout/hierarchy2"/>
    <dgm:cxn modelId="{19FE6980-73AC-4E01-B97B-6FC51BD558F5}" type="presOf" srcId="{877E7ADE-E96E-48FA-9616-D85036B806A1}" destId="{369EAFF2-B92E-41A8-8687-CF85B3D83732}" srcOrd="0" destOrd="0" presId="urn:microsoft.com/office/officeart/2005/8/layout/hierarchy2"/>
    <dgm:cxn modelId="{B5491381-2940-4AC2-8D0E-635043D120C8}" type="presOf" srcId="{EC32EE40-C96C-4DD5-A877-3B6CA2EF197B}" destId="{9F81B5B1-2DFA-4889-B0F3-74BD341C20BC}" srcOrd="0" destOrd="0" presId="urn:microsoft.com/office/officeart/2005/8/layout/hierarchy2"/>
    <dgm:cxn modelId="{33DA548E-FB14-4166-BF4B-D7FAE896E472}" srcId="{BDD1C22F-80A2-4ACA-8D31-5F3EDFD3BA5C}" destId="{877E7ADE-E96E-48FA-9616-D85036B806A1}" srcOrd="0" destOrd="0" parTransId="{EBBF8E70-B9BF-4A4C-9E95-774A46275B52}" sibTransId="{40B474D2-AAC8-450B-9BC8-B0B995234F00}"/>
    <dgm:cxn modelId="{E249D1A3-09F5-4BE4-BA7E-67D56D732F6B}" type="presOf" srcId="{E821A11A-6E59-4E09-8351-6E9B28DFAE16}" destId="{79FCBF6B-3DE2-49D6-A916-09ADE99B4DC4}" srcOrd="0" destOrd="0" presId="urn:microsoft.com/office/officeart/2005/8/layout/hierarchy2"/>
    <dgm:cxn modelId="{F71E8FA9-9DD4-4884-8EDA-079DBFE26C3C}" type="presOf" srcId="{EC32EE40-C96C-4DD5-A877-3B6CA2EF197B}" destId="{D4733082-BECF-4BA7-B6C3-A1CCD5F656E4}" srcOrd="1" destOrd="0" presId="urn:microsoft.com/office/officeart/2005/8/layout/hierarchy2"/>
    <dgm:cxn modelId="{D0D2EDAA-1302-4AC7-94F7-D29D43E0BAD5}" type="presOf" srcId="{4ABA0ADE-059B-463F-AF29-4EC3FCD2BEA7}" destId="{DC9B00C1-0A84-4814-B5EC-0E6819E68A08}" srcOrd="0" destOrd="0" presId="urn:microsoft.com/office/officeart/2005/8/layout/hierarchy2"/>
    <dgm:cxn modelId="{51592CCC-C4BE-4857-AF6F-04DA54BE452A}" type="presOf" srcId="{C994923D-2289-4450-8714-153A8CEC3E83}" destId="{038DDE5E-295D-4175-A66E-29638A4EE0CC}" srcOrd="0" destOrd="0" presId="urn:microsoft.com/office/officeart/2005/8/layout/hierarchy2"/>
    <dgm:cxn modelId="{97B98EDB-3BDE-4E7A-940E-2F66F64F1ACA}" type="presOf" srcId="{4ABA0ADE-059B-463F-AF29-4EC3FCD2BEA7}" destId="{FEF7573D-42A6-471D-AAA7-3E5D37FD1DF6}" srcOrd="1" destOrd="0" presId="urn:microsoft.com/office/officeart/2005/8/layout/hierarchy2"/>
    <dgm:cxn modelId="{B6038EE1-A137-49FC-8661-1CD21D9139B5}" type="presOf" srcId="{F497228B-ED16-4EE6-9AF8-B3308213856F}" destId="{06BBE659-89A8-4B8B-89D8-6F363470BAF4}" srcOrd="0" destOrd="0" presId="urn:microsoft.com/office/officeart/2005/8/layout/hierarchy2"/>
    <dgm:cxn modelId="{C20CE9F0-B9D4-4EDC-9477-C839E5C3C299}" type="presOf" srcId="{BDD1C22F-80A2-4ACA-8D31-5F3EDFD3BA5C}" destId="{224D2E1C-0408-48E4-9132-7BB955A2EE03}" srcOrd="0" destOrd="0" presId="urn:microsoft.com/office/officeart/2005/8/layout/hierarchy2"/>
    <dgm:cxn modelId="{5FEBDE2D-B58E-43D6-B7C2-E14C1FCCFB1E}" type="presParOf" srcId="{224D2E1C-0408-48E4-9132-7BB955A2EE03}" destId="{0F6C72D4-5100-41F6-8523-FF340C8CA020}" srcOrd="0" destOrd="0" presId="urn:microsoft.com/office/officeart/2005/8/layout/hierarchy2"/>
    <dgm:cxn modelId="{163CEF4A-A6B4-4A9B-8790-9178F548C7D8}" type="presParOf" srcId="{0F6C72D4-5100-41F6-8523-FF340C8CA020}" destId="{369EAFF2-B92E-41A8-8687-CF85B3D83732}" srcOrd="0" destOrd="0" presId="urn:microsoft.com/office/officeart/2005/8/layout/hierarchy2"/>
    <dgm:cxn modelId="{0A2FB3CA-46B9-428F-957B-732E4490C0EC}" type="presParOf" srcId="{0F6C72D4-5100-41F6-8523-FF340C8CA020}" destId="{7BCFFDDC-9351-4472-9056-309AAD015C8E}" srcOrd="1" destOrd="0" presId="urn:microsoft.com/office/officeart/2005/8/layout/hierarchy2"/>
    <dgm:cxn modelId="{4529A417-C416-4CBA-8B25-2F84E052B487}" type="presParOf" srcId="{7BCFFDDC-9351-4472-9056-309AAD015C8E}" destId="{3D0D3E62-BFF9-47A8-99F9-E109D262F0A3}" srcOrd="0" destOrd="0" presId="urn:microsoft.com/office/officeart/2005/8/layout/hierarchy2"/>
    <dgm:cxn modelId="{55FF6C63-307D-4979-B8C2-5BD0F59BC234}" type="presParOf" srcId="{3D0D3E62-BFF9-47A8-99F9-E109D262F0A3}" destId="{1FB9C8D5-7CC4-4F99-B337-B0885442D1F6}" srcOrd="0" destOrd="0" presId="urn:microsoft.com/office/officeart/2005/8/layout/hierarchy2"/>
    <dgm:cxn modelId="{6D59298C-62CD-44EE-8D01-D2EF4F2AB063}" type="presParOf" srcId="{7BCFFDDC-9351-4472-9056-309AAD015C8E}" destId="{829B835F-9115-4B1F-8596-C276EE90D137}" srcOrd="1" destOrd="0" presId="urn:microsoft.com/office/officeart/2005/8/layout/hierarchy2"/>
    <dgm:cxn modelId="{116DDB11-56A2-428E-85A5-51392F8C2DA0}" type="presParOf" srcId="{829B835F-9115-4B1F-8596-C276EE90D137}" destId="{79FCBF6B-3DE2-49D6-A916-09ADE99B4DC4}" srcOrd="0" destOrd="0" presId="urn:microsoft.com/office/officeart/2005/8/layout/hierarchy2"/>
    <dgm:cxn modelId="{A2C4E6D8-5C1C-44CB-81B2-23B01936117F}" type="presParOf" srcId="{829B835F-9115-4B1F-8596-C276EE90D137}" destId="{4A84B7A2-9425-407B-BB5B-FEB0084AB5B6}" srcOrd="1" destOrd="0" presId="urn:microsoft.com/office/officeart/2005/8/layout/hierarchy2"/>
    <dgm:cxn modelId="{EDF43863-E6DB-4B49-B9C6-9A2798CA3F10}" type="presParOf" srcId="{7BCFFDDC-9351-4472-9056-309AAD015C8E}" destId="{9F81B5B1-2DFA-4889-B0F3-74BD341C20BC}" srcOrd="2" destOrd="0" presId="urn:microsoft.com/office/officeart/2005/8/layout/hierarchy2"/>
    <dgm:cxn modelId="{C9E2E347-D2BD-4E6D-8EDE-F7B4F9E39AB6}" type="presParOf" srcId="{9F81B5B1-2DFA-4889-B0F3-74BD341C20BC}" destId="{D4733082-BECF-4BA7-B6C3-A1CCD5F656E4}" srcOrd="0" destOrd="0" presId="urn:microsoft.com/office/officeart/2005/8/layout/hierarchy2"/>
    <dgm:cxn modelId="{3BAB78B3-C626-48A0-AC68-C55A7D3DEE02}" type="presParOf" srcId="{7BCFFDDC-9351-4472-9056-309AAD015C8E}" destId="{88B5FBEC-29FE-478E-8007-587F3D361CFE}" srcOrd="3" destOrd="0" presId="urn:microsoft.com/office/officeart/2005/8/layout/hierarchy2"/>
    <dgm:cxn modelId="{B20BFE97-194C-43C9-A5AA-08E1E2A70478}" type="presParOf" srcId="{88B5FBEC-29FE-478E-8007-587F3D361CFE}" destId="{06BBE659-89A8-4B8B-89D8-6F363470BAF4}" srcOrd="0" destOrd="0" presId="urn:microsoft.com/office/officeart/2005/8/layout/hierarchy2"/>
    <dgm:cxn modelId="{432F41FF-3BBE-48F8-9301-751740D403A3}" type="presParOf" srcId="{88B5FBEC-29FE-478E-8007-587F3D361CFE}" destId="{F65F60A3-663E-4924-8BBA-F4672701F363}" srcOrd="1" destOrd="0" presId="urn:microsoft.com/office/officeart/2005/8/layout/hierarchy2"/>
    <dgm:cxn modelId="{C80F8AB4-F40D-47A3-8C0D-F5FD3E774CCA}" type="presParOf" srcId="{7BCFFDDC-9351-4472-9056-309AAD015C8E}" destId="{DC9B00C1-0A84-4814-B5EC-0E6819E68A08}" srcOrd="4" destOrd="0" presId="urn:microsoft.com/office/officeart/2005/8/layout/hierarchy2"/>
    <dgm:cxn modelId="{E79F9967-8B1D-47B8-9489-4C6CADF9D2D7}" type="presParOf" srcId="{DC9B00C1-0A84-4814-B5EC-0E6819E68A08}" destId="{FEF7573D-42A6-471D-AAA7-3E5D37FD1DF6}" srcOrd="0" destOrd="0" presId="urn:microsoft.com/office/officeart/2005/8/layout/hierarchy2"/>
    <dgm:cxn modelId="{EC6E9A3F-0D86-4508-9EC5-33BBF59A35A5}" type="presParOf" srcId="{7BCFFDDC-9351-4472-9056-309AAD015C8E}" destId="{3534152B-D7DF-4AAA-A789-E8B43C868FC0}" srcOrd="5" destOrd="0" presId="urn:microsoft.com/office/officeart/2005/8/layout/hierarchy2"/>
    <dgm:cxn modelId="{D1B28403-F076-4D11-AD2E-72D0A037EEDA}" type="presParOf" srcId="{3534152B-D7DF-4AAA-A789-E8B43C868FC0}" destId="{038DDE5E-295D-4175-A66E-29638A4EE0CC}" srcOrd="0" destOrd="0" presId="urn:microsoft.com/office/officeart/2005/8/layout/hierarchy2"/>
    <dgm:cxn modelId="{4469E78C-1001-45A4-8596-43FC46D0FF1C}" type="presParOf" srcId="{3534152B-D7DF-4AAA-A789-E8B43C868FC0}" destId="{072928CC-786B-465B-86C6-4C126E42825A}"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6DFB086-A35D-45D6-8C77-579512C01173}" type="doc">
      <dgm:prSet loTypeId="urn:microsoft.com/office/officeart/2005/8/layout/process1" loCatId="process" qsTypeId="urn:microsoft.com/office/officeart/2005/8/quickstyle/simple1" qsCatId="simple" csTypeId="urn:microsoft.com/office/officeart/2005/8/colors/accent1_2" csCatId="accent1" phldr="1"/>
      <dgm:spPr/>
    </dgm:pt>
    <mc:AlternateContent xmlns:mc="http://schemas.openxmlformats.org/markup-compatibility/2006" xmlns:a14="http://schemas.microsoft.com/office/drawing/2010/main">
      <mc:Choice Requires="a14">
        <dgm:pt modelId="{85E21B51-17F5-4C4D-92EE-514C49D1E96A}">
          <dgm:prSet phldrT="[Text]" phldr="0"/>
          <dgm:spPr>
            <a:solidFill>
              <a:srgbClr val="7030A0"/>
            </a:solidFill>
          </dgm:spPr>
          <dgm:t>
            <a:bodyPr/>
            <a:lstStyle/>
            <a:p>
              <a:pPr algn="ctr">
                <a:buNone/>
              </a:pPr>
              <a:r>
                <a:rPr lang="en-IN" b="1" dirty="0">
                  <a:latin typeface="Agency FB" panose="020B0503020202020204" pitchFamily="34" charset="0"/>
                </a:rPr>
                <a:t>Stage 1: Training the First </a:t>
              </a: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−1</m:t>
                  </m:r>
                </m:oMath>
              </a14:m>
              <a:r>
                <a:rPr lang="en-IN" b="1" dirty="0">
                  <a:latin typeface="Agency FB" panose="020B0503020202020204" pitchFamily="34" charset="0"/>
                </a:rPr>
                <a:t>Layers</a:t>
              </a:r>
            </a:p>
            <a:p>
              <a:pPr algn="ctr">
                <a:buNone/>
              </a:pPr>
              <a:r>
                <a:rPr lang="en-IN" dirty="0">
                  <a:latin typeface="Agency FB" panose="020B0503020202020204" pitchFamily="34" charset="0"/>
                </a:rPr>
                <a:t>In the first training stage, the initial </a:t>
              </a: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−1</m:t>
                  </m:r>
                </m:oMath>
              </a14:m>
              <a:r>
                <a:rPr lang="en-IN" dirty="0">
                  <a:latin typeface="Agency FB" panose="020B0503020202020204" pitchFamily="34" charset="0"/>
                </a:rPr>
                <a:t>layers of the Deep Autoencoder are trained.</a:t>
              </a:r>
            </a:p>
            <a:p>
              <a:pPr algn="ctr">
                <a:buNone/>
              </a:pPr>
              <a:r>
                <a:rPr lang="en-IN" dirty="0">
                  <a:latin typeface="Agency FB" panose="020B0503020202020204" pitchFamily="34" charset="0"/>
                </a:rPr>
                <a:t>These layers learn hierarchical deep representations from the original medical hyperspectral input.</a:t>
              </a:r>
            </a:p>
            <a:p>
              <a:pPr algn="ctr">
                <a:buNone/>
              </a:pPr>
              <a:r>
                <a:rPr lang="en-IN" dirty="0">
                  <a:latin typeface="Agency FB" panose="020B0503020202020204" pitchFamily="34" charset="0"/>
                </a:rPr>
                <a:t>The output generated by the </a:t>
              </a:r>
              <a14:m>
                <m:oMath xmlns:m="http://schemas.openxmlformats.org/officeDocument/2006/math">
                  <m:sSup>
                    <m:sSupPr>
                      <m:ctrlPr>
                        <a:rPr lang="en-IN" i="1">
                          <a:latin typeface="Cambria Math" panose="02040503050406030204" pitchFamily="18" charset="0"/>
                        </a:rPr>
                      </m:ctrlPr>
                    </m:sSupPr>
                    <m:e>
                      <m:d>
                        <m:dPr>
                          <m:ctrlPr>
                            <a:rPr lang="en-IN" i="1">
                              <a:latin typeface="Cambria Math" panose="02040503050406030204" pitchFamily="18" charset="0"/>
                            </a:rPr>
                          </m:ctrlPr>
                        </m:dPr>
                        <m:e>
                          <m:r>
                            <a:rPr lang="en-IN" i="1">
                              <a:latin typeface="Cambria Math" panose="02040503050406030204" pitchFamily="18" charset="0"/>
                            </a:rPr>
                            <m:t>𝐽</m:t>
                          </m:r>
                          <m:r>
                            <a:rPr lang="en-IN" i="0">
                              <a:latin typeface="Cambria Math" panose="02040503050406030204" pitchFamily="18" charset="0"/>
                            </a:rPr>
                            <m:t>−1</m:t>
                          </m:r>
                        </m:e>
                      </m:d>
                    </m:e>
                    <m:sup>
                      <m:r>
                        <a:rPr lang="en-IN" i="1">
                          <a:latin typeface="Cambria Math" panose="02040503050406030204" pitchFamily="18" charset="0"/>
                        </a:rPr>
                        <m:t>𝑡ℎ</m:t>
                      </m:r>
                    </m:sup>
                  </m:sSup>
                </m:oMath>
              </a14:m>
              <a:r>
                <a:rPr lang="en-IN" dirty="0">
                  <a:latin typeface="Agency FB" panose="020B0503020202020204" pitchFamily="34" charset="0"/>
                </a:rPr>
                <a:t>layer becomes the learned representation that is passed to the final deepest layer.</a:t>
              </a:r>
            </a:p>
            <a:p>
              <a:pPr algn="ctr">
                <a:buNone/>
              </a:pPr>
              <a:r>
                <a:rPr lang="en-IN" b="1" dirty="0">
                  <a:latin typeface="Agency FB" panose="020B0503020202020204" pitchFamily="34" charset="0"/>
                </a:rPr>
                <a:t>Purpose</a:t>
              </a:r>
            </a:p>
            <a:p>
              <a:pPr algn="ctr">
                <a:buNone/>
              </a:pPr>
              <a:r>
                <a:rPr lang="en-IN" dirty="0">
                  <a:latin typeface="Agency FB" panose="020B0503020202020204" pitchFamily="34" charset="0"/>
                </a:rPr>
                <a:t>Learn an initial hierarchical representation of the medical hyperspectral data.</a:t>
              </a:r>
            </a:p>
          </dgm:t>
        </dgm:pt>
      </mc:Choice>
      <mc:Fallback xmlns="">
        <dgm:pt modelId="{85E21B51-17F5-4C4D-92EE-514C49D1E96A}">
          <dgm:prSet phldrT="[Text]" phldr="0"/>
          <dgm:spPr>
            <a:solidFill>
              <a:srgbClr val="7030A0"/>
            </a:solidFill>
          </dgm:spPr>
          <dgm:t>
            <a:bodyPr/>
            <a:lstStyle/>
            <a:p>
              <a:pPr algn="ctr">
                <a:buNone/>
              </a:pPr>
              <a:r>
                <a:rPr lang="en-IN" b="1" dirty="0">
                  <a:latin typeface="Agency FB" panose="020B0503020202020204" pitchFamily="34" charset="0"/>
                </a:rPr>
                <a:t>Stage 1: Training the First </a:t>
              </a:r>
              <a:r>
                <a:rPr lang="en-IN" i="0"/>
                <a:t>𝐽−1</a:t>
              </a:r>
              <a:r>
                <a:rPr lang="en-IN" b="1" dirty="0">
                  <a:latin typeface="Agency FB" panose="020B0503020202020204" pitchFamily="34" charset="0"/>
                </a:rPr>
                <a:t>Layers</a:t>
              </a:r>
            </a:p>
            <a:p>
              <a:pPr algn="ctr">
                <a:buNone/>
              </a:pPr>
              <a:r>
                <a:rPr lang="en-IN" dirty="0">
                  <a:latin typeface="Agency FB" panose="020B0503020202020204" pitchFamily="34" charset="0"/>
                </a:rPr>
                <a:t>In the first training stage, the initial </a:t>
              </a:r>
              <a:r>
                <a:rPr lang="en-IN" i="0"/>
                <a:t>𝐽−1</a:t>
              </a:r>
              <a:r>
                <a:rPr lang="en-IN" dirty="0">
                  <a:latin typeface="Agency FB" panose="020B0503020202020204" pitchFamily="34" charset="0"/>
                </a:rPr>
                <a:t>layers of the Deep Autoencoder are trained.</a:t>
              </a:r>
            </a:p>
            <a:p>
              <a:pPr algn="ctr">
                <a:buNone/>
              </a:pPr>
              <a:r>
                <a:rPr lang="en-IN" dirty="0">
                  <a:latin typeface="Agency FB" panose="020B0503020202020204" pitchFamily="34" charset="0"/>
                </a:rPr>
                <a:t>These layers learn hierarchical deep representations from the original medical hyperspectral input.</a:t>
              </a:r>
            </a:p>
            <a:p>
              <a:pPr algn="ctr">
                <a:buNone/>
              </a:pPr>
              <a:r>
                <a:rPr lang="en-IN" dirty="0">
                  <a:latin typeface="Agency FB" panose="020B0503020202020204" pitchFamily="34" charset="0"/>
                </a:rPr>
                <a:t>The output generated by the </a:t>
              </a:r>
              <a:r>
                <a:rPr lang="en-IN" i="0"/>
                <a:t>(𝐽−1)^𝑡ℎ</a:t>
              </a:r>
              <a:r>
                <a:rPr lang="en-IN" dirty="0">
                  <a:latin typeface="Agency FB" panose="020B0503020202020204" pitchFamily="34" charset="0"/>
                </a:rPr>
                <a:t>layer becomes the learned representation that is passed to the final deepest layer.</a:t>
              </a:r>
            </a:p>
            <a:p>
              <a:pPr algn="ctr">
                <a:buNone/>
              </a:pPr>
              <a:r>
                <a:rPr lang="en-IN" b="1" dirty="0">
                  <a:latin typeface="Agency FB" panose="020B0503020202020204" pitchFamily="34" charset="0"/>
                </a:rPr>
                <a:t>Purpose</a:t>
              </a:r>
            </a:p>
            <a:p>
              <a:pPr algn="ctr">
                <a:buNone/>
              </a:pPr>
              <a:r>
                <a:rPr lang="en-IN" dirty="0">
                  <a:latin typeface="Agency FB" panose="020B0503020202020204" pitchFamily="34" charset="0"/>
                </a:rPr>
                <a:t>Learn an initial hierarchical representation of the medical hyperspectral data.</a:t>
              </a:r>
            </a:p>
          </dgm:t>
        </dgm:pt>
      </mc:Fallback>
    </mc:AlternateContent>
    <dgm:pt modelId="{38966B47-C574-4D9D-8F52-EFA4EC52D0B6}" type="parTrans" cxnId="{D1A89B33-F8ED-41FB-93A6-892811E6BECA}">
      <dgm:prSet/>
      <dgm:spPr/>
      <dgm:t>
        <a:bodyPr/>
        <a:lstStyle/>
        <a:p>
          <a:pPr algn="ctr"/>
          <a:endParaRPr lang="en-IN">
            <a:latin typeface="Agency FB" panose="020B0503020202020204" pitchFamily="34" charset="0"/>
          </a:endParaRPr>
        </a:p>
      </dgm:t>
    </dgm:pt>
    <dgm:pt modelId="{843B06D8-D3D4-4C16-9A80-3B9657DF6C87}" type="sibTrans" cxnId="{D1A89B33-F8ED-41FB-93A6-892811E6BECA}">
      <dgm:prSet/>
      <dgm:spPr>
        <a:solidFill>
          <a:schemeClr val="bg1"/>
        </a:solidFill>
        <a:ln>
          <a:solidFill>
            <a:schemeClr val="bg1"/>
          </a:solidFill>
        </a:ln>
      </dgm:spPr>
      <dgm:t>
        <a:bodyPr/>
        <a:lstStyle/>
        <a:p>
          <a:pPr algn="ctr"/>
          <a:endParaRPr lang="en-IN">
            <a:latin typeface="Agency FB" panose="020B0503020202020204" pitchFamily="34" charset="0"/>
          </a:endParaRPr>
        </a:p>
      </dgm:t>
    </dgm:pt>
    <mc:AlternateContent xmlns:mc="http://schemas.openxmlformats.org/markup-compatibility/2006" xmlns:a14="http://schemas.microsoft.com/office/drawing/2010/main">
      <mc:Choice Requires="a14">
        <dgm:pt modelId="{4C31A84F-7F0D-4EF0-A602-8649D780BCD1}">
          <dgm:prSet phldrT="[Text]"/>
          <dgm:spPr>
            <a:solidFill>
              <a:srgbClr val="002060"/>
            </a:solidFill>
          </dgm:spPr>
          <dgm:t>
            <a:bodyPr/>
            <a:lstStyle/>
            <a:p>
              <a:pPr algn="ctr">
                <a:buNone/>
              </a:pPr>
              <a:r>
                <a:rPr lang="en-IN" b="1" dirty="0">
                  <a:latin typeface="Agency FB" panose="020B0503020202020204" pitchFamily="34" charset="0"/>
                </a:rPr>
                <a:t>Stage 2: Training the Deepest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𝐽</m:t>
                      </m:r>
                    </m:e>
                    <m:sup>
                      <m:r>
                        <a:rPr lang="en-IN" i="1">
                          <a:latin typeface="Cambria Math" panose="02040503050406030204" pitchFamily="18" charset="0"/>
                        </a:rPr>
                        <m:t>𝑡ℎ</m:t>
                      </m:r>
                    </m:sup>
                  </m:sSup>
                </m:oMath>
              </a14:m>
              <a:r>
                <a:rPr lang="en-IN" b="1" dirty="0">
                  <a:latin typeface="Agency FB" panose="020B0503020202020204" pitchFamily="34" charset="0"/>
                </a:rPr>
                <a:t>Layer</a:t>
              </a:r>
            </a:p>
            <a:p>
              <a:pPr algn="ctr">
                <a:buNone/>
              </a:pPr>
              <a:r>
                <a:rPr lang="en-IN" dirty="0">
                  <a:latin typeface="Agency FB" panose="020B0503020202020204" pitchFamily="34" charset="0"/>
                </a:rPr>
                <a:t>In the second stage, the deepest </a:t>
              </a:r>
              <a14:m>
                <m:oMath xmlns:m="http://schemas.openxmlformats.org/officeDocument/2006/math">
                  <m:sSup>
                    <m:sSupPr>
                      <m:ctrlPr>
                        <a:rPr lang="en-IN" i="1">
                          <a:latin typeface="Cambria Math" panose="02040503050406030204" pitchFamily="18" charset="0"/>
                        </a:rPr>
                      </m:ctrlPr>
                    </m:sSupPr>
                    <m:e>
                      <m:r>
                        <a:rPr lang="en-IN" i="1">
                          <a:latin typeface="Cambria Math" panose="02040503050406030204" pitchFamily="18" charset="0"/>
                        </a:rPr>
                        <m:t>𝐽</m:t>
                      </m:r>
                    </m:e>
                    <m:sup>
                      <m:r>
                        <a:rPr lang="en-IN" i="1">
                          <a:latin typeface="Cambria Math" panose="02040503050406030204" pitchFamily="18" charset="0"/>
                        </a:rPr>
                        <m:t>𝑡ℎ</m:t>
                      </m:r>
                    </m:sup>
                  </m:sSup>
                </m:oMath>
              </a14:m>
              <a:r>
                <a:rPr lang="en-IN" dirty="0">
                  <a:latin typeface="Agency FB" panose="020B0503020202020204" pitchFamily="34" charset="0"/>
                </a:rPr>
                <a:t>layer is trained independently.</a:t>
              </a:r>
            </a:p>
            <a:p>
              <a:pPr algn="ctr">
                <a:buNone/>
              </a:pPr>
              <a:r>
                <a:rPr lang="en-IN" dirty="0">
                  <a:latin typeface="Agency FB" panose="020B0503020202020204" pitchFamily="34" charset="0"/>
                </a:rPr>
                <a:t>The input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𝐻</m:t>
                      </m:r>
                    </m:e>
                    <m:sub>
                      <m:r>
                        <a:rPr lang="en-IN" i="1">
                          <a:latin typeface="Cambria Math" panose="02040503050406030204" pitchFamily="18" charset="0"/>
                        </a:rPr>
                        <m:t>𝐽</m:t>
                      </m:r>
                    </m:sub>
                  </m:sSub>
                </m:oMath>
              </a14:m>
              <a:r>
                <a:rPr lang="en-IN" dirty="0">
                  <a:latin typeface="Agency FB" panose="020B0503020202020204" pitchFamily="34" charset="0"/>
                </a:rPr>
                <a:t>for this stage is obtained from the output of the first </a:t>
              </a:r>
              <a14:m>
                <m:oMath xmlns:m="http://schemas.openxmlformats.org/officeDocument/2006/math">
                  <m:r>
                    <a:rPr lang="en-IN" i="1">
                      <a:latin typeface="Cambria Math" panose="02040503050406030204" pitchFamily="18" charset="0"/>
                    </a:rPr>
                    <m:t>𝐽</m:t>
                  </m:r>
                  <m:r>
                    <a:rPr lang="en-IN" i="0">
                      <a:latin typeface="Cambria Math" panose="02040503050406030204" pitchFamily="18" charset="0"/>
                    </a:rPr>
                    <m:t>−1</m:t>
                  </m:r>
                </m:oMath>
              </a14:m>
              <a:r>
                <a:rPr lang="en-IN" dirty="0">
                  <a:latin typeface="Agency FB" panose="020B0503020202020204" pitchFamily="34" charset="0"/>
                </a:rPr>
                <a:t>trained layers.</a:t>
              </a:r>
            </a:p>
            <a:p>
              <a:pPr algn="ctr">
                <a:buNone/>
              </a:pPr>
              <a:r>
                <a:rPr lang="en-IN" dirty="0">
                  <a:latin typeface="Agency FB" panose="020B0503020202020204" pitchFamily="34" charset="0"/>
                </a:rPr>
                <a:t>At this deepest layer, DMCA simultaneously applies:</a:t>
              </a:r>
            </a:p>
            <a:p>
              <a:pPr algn="ctr">
                <a:buNone/>
              </a:pPr>
              <a:r>
                <a:rPr lang="en-IN" dirty="0">
                  <a:latin typeface="Agency FB" panose="020B0503020202020204" pitchFamily="34" charset="0"/>
                </a:rPr>
                <a:t>Reconstruction learning </a:t>
              </a:r>
            </a:p>
            <a:p>
              <a:pPr algn="ctr">
                <a:buNone/>
              </a:pP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0">
                          <a:latin typeface="Cambria Math" panose="02040503050406030204" pitchFamily="18" charset="0"/>
                        </a:rPr>
                        <m:t>1</m:t>
                      </m:r>
                    </m:sub>
                  </m:sSub>
                </m:oMath>
              </a14:m>
              <a:r>
                <a:rPr lang="en-IN" dirty="0">
                  <a:latin typeface="Agency FB" panose="020B0503020202020204" pitchFamily="34" charset="0"/>
                </a:rPr>
                <a:t>-based sparse regularization </a:t>
              </a:r>
            </a:p>
            <a:p>
              <a:pPr algn="ctr">
                <a:buNone/>
              </a:pPr>
              <a:r>
                <a:rPr lang="en-IN" dirty="0">
                  <a:latin typeface="Agency FB" panose="020B0503020202020204" pitchFamily="34" charset="0"/>
                </a:rPr>
                <a:t>Margin cosine </a:t>
              </a:r>
              <a:r>
                <a:rPr lang="en-IN" dirty="0" err="1">
                  <a:latin typeface="Agency FB" panose="020B0503020202020204" pitchFamily="34" charset="0"/>
                </a:rPr>
                <a:t>Softmax</a:t>
              </a:r>
              <a:r>
                <a:rPr lang="en-IN" dirty="0">
                  <a:latin typeface="Agency FB" panose="020B0503020202020204" pitchFamily="34" charset="0"/>
                </a:rPr>
                <a:t> classification </a:t>
              </a:r>
            </a:p>
            <a:p>
              <a:pPr algn="ctr">
                <a:buNone/>
              </a:pPr>
              <a:r>
                <a:rPr lang="en-IN" dirty="0">
                  <a:latin typeface="Agency FB" panose="020B0503020202020204" pitchFamily="34" charset="0"/>
                </a:rPr>
                <a:t>The paper describes this deepest layer as the unified layer where the deepest sparse autoencoder and the margin cosine term are integrated together.</a:t>
              </a:r>
            </a:p>
          </dgm:t>
        </dgm:pt>
      </mc:Choice>
      <mc:Fallback xmlns="">
        <dgm:pt modelId="{4C31A84F-7F0D-4EF0-A602-8649D780BCD1}">
          <dgm:prSet phldrT="[Text]"/>
          <dgm:spPr>
            <a:solidFill>
              <a:srgbClr val="002060"/>
            </a:solidFill>
          </dgm:spPr>
          <dgm:t>
            <a:bodyPr/>
            <a:lstStyle/>
            <a:p>
              <a:pPr algn="ctr">
                <a:buNone/>
              </a:pPr>
              <a:r>
                <a:rPr lang="en-IN" b="1" dirty="0">
                  <a:latin typeface="Agency FB" panose="020B0503020202020204" pitchFamily="34" charset="0"/>
                </a:rPr>
                <a:t>Stage 2: Training the Deepest </a:t>
              </a:r>
              <a:r>
                <a:rPr lang="en-IN" i="0"/>
                <a:t>𝐽^𝑡ℎ</a:t>
              </a:r>
              <a:r>
                <a:rPr lang="en-IN" b="1" dirty="0">
                  <a:latin typeface="Agency FB" panose="020B0503020202020204" pitchFamily="34" charset="0"/>
                </a:rPr>
                <a:t>Layer</a:t>
              </a:r>
            </a:p>
            <a:p>
              <a:pPr algn="ctr">
                <a:buNone/>
              </a:pPr>
              <a:r>
                <a:rPr lang="en-IN" dirty="0">
                  <a:latin typeface="Agency FB" panose="020B0503020202020204" pitchFamily="34" charset="0"/>
                </a:rPr>
                <a:t>In the second stage, the deepest </a:t>
              </a:r>
              <a:r>
                <a:rPr lang="en-IN" i="0"/>
                <a:t>𝐽^𝑡ℎ</a:t>
              </a:r>
              <a:r>
                <a:rPr lang="en-IN" dirty="0">
                  <a:latin typeface="Agency FB" panose="020B0503020202020204" pitchFamily="34" charset="0"/>
                </a:rPr>
                <a:t>layer is trained independently.</a:t>
              </a:r>
            </a:p>
            <a:p>
              <a:pPr algn="ctr">
                <a:buNone/>
              </a:pPr>
              <a:r>
                <a:rPr lang="en-IN" dirty="0">
                  <a:latin typeface="Agency FB" panose="020B0503020202020204" pitchFamily="34" charset="0"/>
                </a:rPr>
                <a:t>The input </a:t>
              </a:r>
              <a:r>
                <a:rPr lang="en-IN" i="0"/>
                <a:t>𝐻_𝐽</a:t>
              </a:r>
              <a:r>
                <a:rPr lang="en-IN" dirty="0">
                  <a:latin typeface="Agency FB" panose="020B0503020202020204" pitchFamily="34" charset="0"/>
                </a:rPr>
                <a:t>for this stage is obtained from the output of the first </a:t>
              </a:r>
              <a:r>
                <a:rPr lang="en-IN" i="0"/>
                <a:t>𝐽−1</a:t>
              </a:r>
              <a:r>
                <a:rPr lang="en-IN" dirty="0">
                  <a:latin typeface="Agency FB" panose="020B0503020202020204" pitchFamily="34" charset="0"/>
                </a:rPr>
                <a:t>trained layers.</a:t>
              </a:r>
            </a:p>
            <a:p>
              <a:pPr algn="ctr">
                <a:buNone/>
              </a:pPr>
              <a:r>
                <a:rPr lang="en-IN" dirty="0">
                  <a:latin typeface="Agency FB" panose="020B0503020202020204" pitchFamily="34" charset="0"/>
                </a:rPr>
                <a:t>At this deepest layer, DMCA simultaneously applies:</a:t>
              </a:r>
            </a:p>
            <a:p>
              <a:pPr algn="ctr">
                <a:buNone/>
              </a:pPr>
              <a:r>
                <a:rPr lang="en-IN" dirty="0">
                  <a:latin typeface="Agency FB" panose="020B0503020202020204" pitchFamily="34" charset="0"/>
                </a:rPr>
                <a:t>Reconstruction learning </a:t>
              </a:r>
            </a:p>
            <a:p>
              <a:pPr algn="ctr">
                <a:buNone/>
              </a:pPr>
              <a:r>
                <a:rPr lang="en-IN" i="0"/>
                <a:t>𝐿_1</a:t>
              </a:r>
              <a:r>
                <a:rPr lang="en-IN" dirty="0">
                  <a:latin typeface="Agency FB" panose="020B0503020202020204" pitchFamily="34" charset="0"/>
                </a:rPr>
                <a:t>-based sparse regularization </a:t>
              </a:r>
            </a:p>
            <a:p>
              <a:pPr algn="ctr">
                <a:buNone/>
              </a:pPr>
              <a:r>
                <a:rPr lang="en-IN" dirty="0">
                  <a:latin typeface="Agency FB" panose="020B0503020202020204" pitchFamily="34" charset="0"/>
                </a:rPr>
                <a:t>Margin cosine </a:t>
              </a:r>
              <a:r>
                <a:rPr lang="en-IN" dirty="0" err="1">
                  <a:latin typeface="Agency FB" panose="020B0503020202020204" pitchFamily="34" charset="0"/>
                </a:rPr>
                <a:t>Softmax</a:t>
              </a:r>
              <a:r>
                <a:rPr lang="en-IN" dirty="0">
                  <a:latin typeface="Agency FB" panose="020B0503020202020204" pitchFamily="34" charset="0"/>
                </a:rPr>
                <a:t> classification </a:t>
              </a:r>
            </a:p>
            <a:p>
              <a:pPr algn="ctr">
                <a:buNone/>
              </a:pPr>
              <a:r>
                <a:rPr lang="en-IN" dirty="0">
                  <a:latin typeface="Agency FB" panose="020B0503020202020204" pitchFamily="34" charset="0"/>
                </a:rPr>
                <a:t>The paper describes this deepest layer as the unified layer where the deepest sparse autoencoder and the margin cosine term are integrated together.</a:t>
              </a:r>
            </a:p>
          </dgm:t>
        </dgm:pt>
      </mc:Fallback>
    </mc:AlternateContent>
    <dgm:pt modelId="{EAC59B10-740C-4157-8E6C-2BB23ED0104F}" type="parTrans" cxnId="{F2E3B636-6C1A-41BA-9BE1-6BEF00CC0DFD}">
      <dgm:prSet/>
      <dgm:spPr/>
      <dgm:t>
        <a:bodyPr/>
        <a:lstStyle/>
        <a:p>
          <a:pPr algn="ctr"/>
          <a:endParaRPr lang="en-IN">
            <a:latin typeface="Agency FB" panose="020B0503020202020204" pitchFamily="34" charset="0"/>
          </a:endParaRPr>
        </a:p>
      </dgm:t>
    </dgm:pt>
    <dgm:pt modelId="{5B5184B1-DDDC-40DF-9A6C-6F665AF8F636}" type="sibTrans" cxnId="{F2E3B636-6C1A-41BA-9BE1-6BEF00CC0DFD}">
      <dgm:prSet/>
      <dgm:spPr/>
      <dgm:t>
        <a:bodyPr/>
        <a:lstStyle/>
        <a:p>
          <a:pPr algn="ctr"/>
          <a:endParaRPr lang="en-IN">
            <a:latin typeface="Agency FB" panose="020B0503020202020204" pitchFamily="34" charset="0"/>
          </a:endParaRPr>
        </a:p>
      </dgm:t>
    </dgm:pt>
    <dgm:pt modelId="{C1AD6CB7-E803-47CF-80CA-1C94746564C8}" type="pres">
      <dgm:prSet presAssocID="{E6DFB086-A35D-45D6-8C77-579512C01173}" presName="Name0" presStyleCnt="0">
        <dgm:presLayoutVars>
          <dgm:dir/>
          <dgm:resizeHandles val="exact"/>
        </dgm:presLayoutVars>
      </dgm:prSet>
      <dgm:spPr/>
    </dgm:pt>
    <dgm:pt modelId="{8B49D069-E212-42D5-8D00-9B93B4E26F61}" type="pres">
      <dgm:prSet presAssocID="{85E21B51-17F5-4C4D-92EE-514C49D1E96A}" presName="node" presStyleLbl="node1" presStyleIdx="0" presStyleCnt="2">
        <dgm:presLayoutVars>
          <dgm:bulletEnabled val="1"/>
        </dgm:presLayoutVars>
      </dgm:prSet>
      <dgm:spPr/>
    </dgm:pt>
    <dgm:pt modelId="{FC0CAF79-2C7E-450B-823E-AF14DDE7EF1D}" type="pres">
      <dgm:prSet presAssocID="{843B06D8-D3D4-4C16-9A80-3B9657DF6C87}" presName="sibTrans" presStyleLbl="sibTrans2D1" presStyleIdx="0" presStyleCnt="1"/>
      <dgm:spPr/>
    </dgm:pt>
    <dgm:pt modelId="{703BB351-4A85-418B-B401-CFDAF8E8B126}" type="pres">
      <dgm:prSet presAssocID="{843B06D8-D3D4-4C16-9A80-3B9657DF6C87}" presName="connectorText" presStyleLbl="sibTrans2D1" presStyleIdx="0" presStyleCnt="1"/>
      <dgm:spPr/>
    </dgm:pt>
    <dgm:pt modelId="{B681EEAD-6655-4D8C-803F-151C4A528122}" type="pres">
      <dgm:prSet presAssocID="{4C31A84F-7F0D-4EF0-A602-8649D780BCD1}" presName="node" presStyleLbl="node1" presStyleIdx="1" presStyleCnt="2">
        <dgm:presLayoutVars>
          <dgm:bulletEnabled val="1"/>
        </dgm:presLayoutVars>
      </dgm:prSet>
      <dgm:spPr/>
    </dgm:pt>
  </dgm:ptLst>
  <dgm:cxnLst>
    <dgm:cxn modelId="{86A88017-7B82-457D-B69F-7CB1BC70F1DF}" type="presOf" srcId="{843B06D8-D3D4-4C16-9A80-3B9657DF6C87}" destId="{703BB351-4A85-418B-B401-CFDAF8E8B126}" srcOrd="1" destOrd="0" presId="urn:microsoft.com/office/officeart/2005/8/layout/process1"/>
    <dgm:cxn modelId="{6827AA29-5C1C-4E21-A197-C5919633A3E3}" type="presOf" srcId="{843B06D8-D3D4-4C16-9A80-3B9657DF6C87}" destId="{FC0CAF79-2C7E-450B-823E-AF14DDE7EF1D}" srcOrd="0" destOrd="0" presId="urn:microsoft.com/office/officeart/2005/8/layout/process1"/>
    <dgm:cxn modelId="{5D60992D-D9DC-499A-BC96-752DB2F03761}" type="presOf" srcId="{E6DFB086-A35D-45D6-8C77-579512C01173}" destId="{C1AD6CB7-E803-47CF-80CA-1C94746564C8}" srcOrd="0" destOrd="0" presId="urn:microsoft.com/office/officeart/2005/8/layout/process1"/>
    <dgm:cxn modelId="{D1A89B33-F8ED-41FB-93A6-892811E6BECA}" srcId="{E6DFB086-A35D-45D6-8C77-579512C01173}" destId="{85E21B51-17F5-4C4D-92EE-514C49D1E96A}" srcOrd="0" destOrd="0" parTransId="{38966B47-C574-4D9D-8F52-EFA4EC52D0B6}" sibTransId="{843B06D8-D3D4-4C16-9A80-3B9657DF6C87}"/>
    <dgm:cxn modelId="{F2E3B636-6C1A-41BA-9BE1-6BEF00CC0DFD}" srcId="{E6DFB086-A35D-45D6-8C77-579512C01173}" destId="{4C31A84F-7F0D-4EF0-A602-8649D780BCD1}" srcOrd="1" destOrd="0" parTransId="{EAC59B10-740C-4157-8E6C-2BB23ED0104F}" sibTransId="{5B5184B1-DDDC-40DF-9A6C-6F665AF8F636}"/>
    <dgm:cxn modelId="{2E87133A-76CA-4820-9171-0D6D9D40275B}" type="presOf" srcId="{4C31A84F-7F0D-4EF0-A602-8649D780BCD1}" destId="{B681EEAD-6655-4D8C-803F-151C4A528122}" srcOrd="0" destOrd="0" presId="urn:microsoft.com/office/officeart/2005/8/layout/process1"/>
    <dgm:cxn modelId="{D5C27EF2-716C-431E-B4B9-37851AFC6A34}" type="presOf" srcId="{85E21B51-17F5-4C4D-92EE-514C49D1E96A}" destId="{8B49D069-E212-42D5-8D00-9B93B4E26F61}" srcOrd="0" destOrd="0" presId="urn:microsoft.com/office/officeart/2005/8/layout/process1"/>
    <dgm:cxn modelId="{070F0B90-BD96-452C-9AC4-899BC976C1CC}" type="presParOf" srcId="{C1AD6CB7-E803-47CF-80CA-1C94746564C8}" destId="{8B49D069-E212-42D5-8D00-9B93B4E26F61}" srcOrd="0" destOrd="0" presId="urn:microsoft.com/office/officeart/2005/8/layout/process1"/>
    <dgm:cxn modelId="{CA105C32-240C-4B87-BE55-59134C20E69E}" type="presParOf" srcId="{C1AD6CB7-E803-47CF-80CA-1C94746564C8}" destId="{FC0CAF79-2C7E-450B-823E-AF14DDE7EF1D}" srcOrd="1" destOrd="0" presId="urn:microsoft.com/office/officeart/2005/8/layout/process1"/>
    <dgm:cxn modelId="{DBBEC9BC-1F3E-4320-803E-A7934A01844C}" type="presParOf" srcId="{FC0CAF79-2C7E-450B-823E-AF14DDE7EF1D}" destId="{703BB351-4A85-418B-B401-CFDAF8E8B126}" srcOrd="0" destOrd="0" presId="urn:microsoft.com/office/officeart/2005/8/layout/process1"/>
    <dgm:cxn modelId="{1AE70F80-74FA-4FDC-8C30-34A7D6F00082}" type="presParOf" srcId="{C1AD6CB7-E803-47CF-80CA-1C94746564C8}" destId="{B681EEAD-6655-4D8C-803F-151C4A52812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6DFB086-A35D-45D6-8C77-579512C01173}" type="doc">
      <dgm:prSet loTypeId="urn:microsoft.com/office/officeart/2005/8/layout/process1" loCatId="process" qsTypeId="urn:microsoft.com/office/officeart/2005/8/quickstyle/simple1" qsCatId="simple" csTypeId="urn:microsoft.com/office/officeart/2005/8/colors/accent1_2" csCatId="accent1" phldr="1"/>
      <dgm:spPr/>
    </dgm:pt>
    <dgm:pt modelId="{85E21B51-17F5-4C4D-92EE-514C49D1E96A}">
      <dgm:prSet phldrT="[Text]" phldr="0"/>
      <dgm:spPr>
        <a:blipFill>
          <a:blip xmlns:r="http://schemas.openxmlformats.org/officeDocument/2006/relationships" r:embed="rId1"/>
          <a:stretch>
            <a:fillRect/>
          </a:stretch>
        </a:blipFill>
      </dgm:spPr>
      <dgm:t>
        <a:bodyPr/>
        <a:lstStyle/>
        <a:p>
          <a:r>
            <a:rPr lang="en-IN">
              <a:noFill/>
            </a:rPr>
            <a:t> </a:t>
          </a:r>
        </a:p>
      </dgm:t>
    </dgm:pt>
    <dgm:pt modelId="{38966B47-C574-4D9D-8F52-EFA4EC52D0B6}" type="parTrans" cxnId="{D1A89B33-F8ED-41FB-93A6-892811E6BECA}">
      <dgm:prSet/>
      <dgm:spPr/>
      <dgm:t>
        <a:bodyPr/>
        <a:lstStyle/>
        <a:p>
          <a:pPr algn="ctr"/>
          <a:endParaRPr lang="en-IN">
            <a:latin typeface="Agency FB" panose="020B0503020202020204" pitchFamily="34" charset="0"/>
          </a:endParaRPr>
        </a:p>
      </dgm:t>
    </dgm:pt>
    <dgm:pt modelId="{843B06D8-D3D4-4C16-9A80-3B9657DF6C87}" type="sibTrans" cxnId="{D1A89B33-F8ED-41FB-93A6-892811E6BECA}">
      <dgm:prSet/>
      <dgm:spPr>
        <a:solidFill>
          <a:schemeClr val="bg1"/>
        </a:solidFill>
        <a:ln>
          <a:solidFill>
            <a:schemeClr val="bg1"/>
          </a:solidFill>
        </a:ln>
      </dgm:spPr>
      <dgm:t>
        <a:bodyPr/>
        <a:lstStyle/>
        <a:p>
          <a:pPr algn="ctr"/>
          <a:endParaRPr lang="en-IN">
            <a:latin typeface="Agency FB" panose="020B0503020202020204" pitchFamily="34" charset="0"/>
          </a:endParaRPr>
        </a:p>
      </dgm:t>
    </dgm:pt>
    <dgm:pt modelId="{4C31A84F-7F0D-4EF0-A602-8649D780BCD1}">
      <dgm:prSet phldrT="[Text]"/>
      <dgm:spPr>
        <a:blipFill>
          <a:blip xmlns:r="http://schemas.openxmlformats.org/officeDocument/2006/relationships" r:embed="rId2"/>
          <a:stretch>
            <a:fillRect/>
          </a:stretch>
        </a:blipFill>
      </dgm:spPr>
      <dgm:t>
        <a:bodyPr/>
        <a:lstStyle/>
        <a:p>
          <a:r>
            <a:rPr lang="en-IN">
              <a:noFill/>
            </a:rPr>
            <a:t> </a:t>
          </a:r>
        </a:p>
      </dgm:t>
    </dgm:pt>
    <dgm:pt modelId="{EAC59B10-740C-4157-8E6C-2BB23ED0104F}" type="parTrans" cxnId="{F2E3B636-6C1A-41BA-9BE1-6BEF00CC0DFD}">
      <dgm:prSet/>
      <dgm:spPr/>
      <dgm:t>
        <a:bodyPr/>
        <a:lstStyle/>
        <a:p>
          <a:pPr algn="ctr"/>
          <a:endParaRPr lang="en-IN">
            <a:latin typeface="Agency FB" panose="020B0503020202020204" pitchFamily="34" charset="0"/>
          </a:endParaRPr>
        </a:p>
      </dgm:t>
    </dgm:pt>
    <dgm:pt modelId="{5B5184B1-DDDC-40DF-9A6C-6F665AF8F636}" type="sibTrans" cxnId="{F2E3B636-6C1A-41BA-9BE1-6BEF00CC0DFD}">
      <dgm:prSet/>
      <dgm:spPr/>
      <dgm:t>
        <a:bodyPr/>
        <a:lstStyle/>
        <a:p>
          <a:pPr algn="ctr"/>
          <a:endParaRPr lang="en-IN">
            <a:latin typeface="Agency FB" panose="020B0503020202020204" pitchFamily="34" charset="0"/>
          </a:endParaRPr>
        </a:p>
      </dgm:t>
    </dgm:pt>
    <dgm:pt modelId="{C1AD6CB7-E803-47CF-80CA-1C94746564C8}" type="pres">
      <dgm:prSet presAssocID="{E6DFB086-A35D-45D6-8C77-579512C01173}" presName="Name0" presStyleCnt="0">
        <dgm:presLayoutVars>
          <dgm:dir/>
          <dgm:resizeHandles val="exact"/>
        </dgm:presLayoutVars>
      </dgm:prSet>
      <dgm:spPr/>
    </dgm:pt>
    <dgm:pt modelId="{8B49D069-E212-42D5-8D00-9B93B4E26F61}" type="pres">
      <dgm:prSet presAssocID="{85E21B51-17F5-4C4D-92EE-514C49D1E96A}" presName="node" presStyleLbl="node1" presStyleIdx="0" presStyleCnt="2">
        <dgm:presLayoutVars>
          <dgm:bulletEnabled val="1"/>
        </dgm:presLayoutVars>
      </dgm:prSet>
      <dgm:spPr/>
    </dgm:pt>
    <dgm:pt modelId="{FC0CAF79-2C7E-450B-823E-AF14DDE7EF1D}" type="pres">
      <dgm:prSet presAssocID="{843B06D8-D3D4-4C16-9A80-3B9657DF6C87}" presName="sibTrans" presStyleLbl="sibTrans2D1" presStyleIdx="0" presStyleCnt="1"/>
      <dgm:spPr/>
    </dgm:pt>
    <dgm:pt modelId="{703BB351-4A85-418B-B401-CFDAF8E8B126}" type="pres">
      <dgm:prSet presAssocID="{843B06D8-D3D4-4C16-9A80-3B9657DF6C87}" presName="connectorText" presStyleLbl="sibTrans2D1" presStyleIdx="0" presStyleCnt="1"/>
      <dgm:spPr/>
    </dgm:pt>
    <dgm:pt modelId="{B681EEAD-6655-4D8C-803F-151C4A528122}" type="pres">
      <dgm:prSet presAssocID="{4C31A84F-7F0D-4EF0-A602-8649D780BCD1}" presName="node" presStyleLbl="node1" presStyleIdx="1" presStyleCnt="2">
        <dgm:presLayoutVars>
          <dgm:bulletEnabled val="1"/>
        </dgm:presLayoutVars>
      </dgm:prSet>
      <dgm:spPr/>
    </dgm:pt>
  </dgm:ptLst>
  <dgm:cxnLst>
    <dgm:cxn modelId="{86A88017-7B82-457D-B69F-7CB1BC70F1DF}" type="presOf" srcId="{843B06D8-D3D4-4C16-9A80-3B9657DF6C87}" destId="{703BB351-4A85-418B-B401-CFDAF8E8B126}" srcOrd="1" destOrd="0" presId="urn:microsoft.com/office/officeart/2005/8/layout/process1"/>
    <dgm:cxn modelId="{6827AA29-5C1C-4E21-A197-C5919633A3E3}" type="presOf" srcId="{843B06D8-D3D4-4C16-9A80-3B9657DF6C87}" destId="{FC0CAF79-2C7E-450B-823E-AF14DDE7EF1D}" srcOrd="0" destOrd="0" presId="urn:microsoft.com/office/officeart/2005/8/layout/process1"/>
    <dgm:cxn modelId="{5D60992D-D9DC-499A-BC96-752DB2F03761}" type="presOf" srcId="{E6DFB086-A35D-45D6-8C77-579512C01173}" destId="{C1AD6CB7-E803-47CF-80CA-1C94746564C8}" srcOrd="0" destOrd="0" presId="urn:microsoft.com/office/officeart/2005/8/layout/process1"/>
    <dgm:cxn modelId="{D1A89B33-F8ED-41FB-93A6-892811E6BECA}" srcId="{E6DFB086-A35D-45D6-8C77-579512C01173}" destId="{85E21B51-17F5-4C4D-92EE-514C49D1E96A}" srcOrd="0" destOrd="0" parTransId="{38966B47-C574-4D9D-8F52-EFA4EC52D0B6}" sibTransId="{843B06D8-D3D4-4C16-9A80-3B9657DF6C87}"/>
    <dgm:cxn modelId="{F2E3B636-6C1A-41BA-9BE1-6BEF00CC0DFD}" srcId="{E6DFB086-A35D-45D6-8C77-579512C01173}" destId="{4C31A84F-7F0D-4EF0-A602-8649D780BCD1}" srcOrd="1" destOrd="0" parTransId="{EAC59B10-740C-4157-8E6C-2BB23ED0104F}" sibTransId="{5B5184B1-DDDC-40DF-9A6C-6F665AF8F636}"/>
    <dgm:cxn modelId="{2E87133A-76CA-4820-9171-0D6D9D40275B}" type="presOf" srcId="{4C31A84F-7F0D-4EF0-A602-8649D780BCD1}" destId="{B681EEAD-6655-4D8C-803F-151C4A528122}" srcOrd="0" destOrd="0" presId="urn:microsoft.com/office/officeart/2005/8/layout/process1"/>
    <dgm:cxn modelId="{D5C27EF2-716C-431E-B4B9-37851AFC6A34}" type="presOf" srcId="{85E21B51-17F5-4C4D-92EE-514C49D1E96A}" destId="{8B49D069-E212-42D5-8D00-9B93B4E26F61}" srcOrd="0" destOrd="0" presId="urn:microsoft.com/office/officeart/2005/8/layout/process1"/>
    <dgm:cxn modelId="{070F0B90-BD96-452C-9AC4-899BC976C1CC}" type="presParOf" srcId="{C1AD6CB7-E803-47CF-80CA-1C94746564C8}" destId="{8B49D069-E212-42D5-8D00-9B93B4E26F61}" srcOrd="0" destOrd="0" presId="urn:microsoft.com/office/officeart/2005/8/layout/process1"/>
    <dgm:cxn modelId="{CA105C32-240C-4B87-BE55-59134C20E69E}" type="presParOf" srcId="{C1AD6CB7-E803-47CF-80CA-1C94746564C8}" destId="{FC0CAF79-2C7E-450B-823E-AF14DDE7EF1D}" srcOrd="1" destOrd="0" presId="urn:microsoft.com/office/officeart/2005/8/layout/process1"/>
    <dgm:cxn modelId="{DBBEC9BC-1F3E-4320-803E-A7934A01844C}" type="presParOf" srcId="{FC0CAF79-2C7E-450B-823E-AF14DDE7EF1D}" destId="{703BB351-4A85-418B-B401-CFDAF8E8B126}" srcOrd="0" destOrd="0" presId="urn:microsoft.com/office/officeart/2005/8/layout/process1"/>
    <dgm:cxn modelId="{1AE70F80-74FA-4FDC-8C30-34A7D6F00082}" type="presParOf" srcId="{C1AD6CB7-E803-47CF-80CA-1C94746564C8}" destId="{B681EEAD-6655-4D8C-803F-151C4A528122}" srcOrd="2"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FBA8F862-48E8-4D9E-833C-3650099331F1}"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IN"/>
        </a:p>
      </dgm:t>
    </dgm:pt>
    <mc:AlternateContent xmlns:mc="http://schemas.openxmlformats.org/markup-compatibility/2006" xmlns:a14="http://schemas.microsoft.com/office/drawing/2010/main">
      <mc:Choice Requires="a14">
        <dgm:pt modelId="{E356E5E5-412E-4513-B301-A065E90DF1B7}">
          <dgm:prSet phldrT="[Text]" phldr="0" custT="1"/>
          <dgm:spPr/>
          <dgm:t>
            <a:bodyPr/>
            <a:lstStyle/>
            <a:p>
              <a:r>
                <a:rPr lang="en-IN" sz="2000" b="1" dirty="0">
                  <a:latin typeface="Agency FB" panose="020B0503020202020204" pitchFamily="34" charset="0"/>
                </a:rPr>
                <a:t>Overall Accuracy</a:t>
              </a:r>
            </a:p>
            <a:p>
              <a:r>
                <a:rPr lang="en-IN" sz="1800" dirty="0">
                  <a:latin typeface="Agency FB" panose="020B0503020202020204" pitchFamily="34" charset="0"/>
                </a:rPr>
                <a:t>Overall Accuracy represents the percentage of all pixels that are classified correctly.</a:t>
              </a:r>
            </a:p>
            <a:p>
              <a:pPr>
                <a:buNone/>
              </a:pPr>
              <a:r>
                <a:rPr lang="en-IN" sz="1800" dirty="0">
                  <a:latin typeface="Agency FB" panose="020B0503020202020204" pitchFamily="34" charset="0"/>
                </a:rPr>
                <a:t>OA= </a:t>
              </a:r>
              <a14:m>
                <m:oMath xmlns:m="http://schemas.openxmlformats.org/officeDocument/2006/math">
                  <m:f>
                    <m:fPr>
                      <m:ctrlPr>
                        <a:rPr lang="en-IN" sz="1800" b="0" i="1" smtClean="0">
                          <a:latin typeface="Cambria Math" panose="02040503050406030204" pitchFamily="18" charset="0"/>
                        </a:rPr>
                      </m:ctrlPr>
                    </m:fPr>
                    <m:num>
                      <m:r>
                        <a:rPr lang="en-IN" sz="1800" b="0" i="1" smtClean="0">
                          <a:latin typeface="Cambria Math" panose="02040503050406030204" pitchFamily="18" charset="0"/>
                        </a:rPr>
                        <m:t>𝑁𝑢𝑚𝑏𝑒𝑟</m:t>
                      </m:r>
                      <m:r>
                        <a:rPr lang="en-IN" sz="1800" b="0" i="1" smtClean="0">
                          <a:latin typeface="Cambria Math" panose="02040503050406030204" pitchFamily="18" charset="0"/>
                        </a:rPr>
                        <m:t> </m:t>
                      </m:r>
                      <m:r>
                        <a:rPr lang="en-IN" sz="1800" b="0" i="1" smtClean="0">
                          <a:latin typeface="Cambria Math" panose="02040503050406030204" pitchFamily="18" charset="0"/>
                        </a:rPr>
                        <m:t>𝑜𝑓</m:t>
                      </m:r>
                      <m:r>
                        <a:rPr lang="en-IN" sz="1800" b="0" i="1" smtClean="0">
                          <a:latin typeface="Cambria Math" panose="02040503050406030204" pitchFamily="18" charset="0"/>
                        </a:rPr>
                        <m:t> </m:t>
                      </m:r>
                      <m:r>
                        <a:rPr lang="en-IN" sz="1800" b="0" i="1" smtClean="0">
                          <a:latin typeface="Cambria Math" panose="02040503050406030204" pitchFamily="18" charset="0"/>
                        </a:rPr>
                        <m:t>𝑐𝑜𝑟𝑟𝑒𝑐𝑡𝑙𝑦</m:t>
                      </m:r>
                      <m:r>
                        <a:rPr lang="en-IN" sz="1800" b="0" i="1" smtClean="0">
                          <a:latin typeface="Cambria Math" panose="02040503050406030204" pitchFamily="18" charset="0"/>
                        </a:rPr>
                        <m:t> </m:t>
                      </m:r>
                      <m:r>
                        <a:rPr lang="en-IN" sz="1800" b="0" i="1" smtClean="0">
                          <a:latin typeface="Cambria Math" panose="02040503050406030204" pitchFamily="18" charset="0"/>
                        </a:rPr>
                        <m:t>𝑖𝑑𝑒𝑛𝑡𝑖𝑓𝑖𝑒𝑑</m:t>
                      </m:r>
                      <m:r>
                        <a:rPr lang="en-IN" sz="1800" b="0" i="1" smtClean="0">
                          <a:latin typeface="Cambria Math" panose="02040503050406030204" pitchFamily="18" charset="0"/>
                        </a:rPr>
                        <m:t> </m:t>
                      </m:r>
                      <m:r>
                        <a:rPr lang="en-IN" sz="1800" b="0" i="1" smtClean="0">
                          <a:latin typeface="Cambria Math" panose="02040503050406030204" pitchFamily="18" charset="0"/>
                        </a:rPr>
                        <m:t>𝑝𝑖𝑥𝑒𝑙𝑠</m:t>
                      </m:r>
                    </m:num>
                    <m:den>
                      <m:r>
                        <a:rPr lang="en-IN" sz="1800" b="0" i="1" smtClean="0">
                          <a:latin typeface="Cambria Math" panose="02040503050406030204" pitchFamily="18" charset="0"/>
                        </a:rPr>
                        <m:t>𝑇𝑜𝑡𝑎𝑙</m:t>
                      </m:r>
                      <m:r>
                        <a:rPr lang="en-IN" sz="1800" b="0" i="1" smtClean="0">
                          <a:latin typeface="Cambria Math" panose="02040503050406030204" pitchFamily="18" charset="0"/>
                        </a:rPr>
                        <m:t> </m:t>
                      </m:r>
                      <m:r>
                        <a:rPr lang="en-IN" sz="1800" b="0" i="1" smtClean="0">
                          <a:latin typeface="Cambria Math" panose="02040503050406030204" pitchFamily="18" charset="0"/>
                        </a:rPr>
                        <m:t>𝑁𝑢𝑚𝑏𝑒𝑟</m:t>
                      </m:r>
                      <m:r>
                        <a:rPr lang="en-IN" sz="1800" b="0" i="1" smtClean="0">
                          <a:latin typeface="Cambria Math" panose="02040503050406030204" pitchFamily="18" charset="0"/>
                        </a:rPr>
                        <m:t> </m:t>
                      </m:r>
                      <m:r>
                        <a:rPr lang="en-IN" sz="1800" b="0" i="1" smtClean="0">
                          <a:latin typeface="Cambria Math" panose="02040503050406030204" pitchFamily="18" charset="0"/>
                        </a:rPr>
                        <m:t>𝑜𝑓</m:t>
                      </m:r>
                      <m:r>
                        <a:rPr lang="en-IN" sz="1800" b="0" i="1" smtClean="0">
                          <a:latin typeface="Cambria Math" panose="02040503050406030204" pitchFamily="18" charset="0"/>
                        </a:rPr>
                        <m:t> </m:t>
                      </m:r>
                      <m:r>
                        <a:rPr lang="en-IN" sz="1800" b="0" i="1" smtClean="0">
                          <a:latin typeface="Cambria Math" panose="02040503050406030204" pitchFamily="18" charset="0"/>
                        </a:rPr>
                        <m:t>𝑝𝑖𝑥𝑒𝑙𝑠</m:t>
                      </m:r>
                    </m:den>
                  </m:f>
                </m:oMath>
              </a14:m>
              <a:r>
                <a:rPr lang="en-IN" sz="1500" dirty="0"/>
                <a:t>​​</a:t>
              </a:r>
            </a:p>
          </dgm:t>
        </dgm:pt>
      </mc:Choice>
      <mc:Fallback xmlns="">
        <dgm:pt modelId="{E356E5E5-412E-4513-B301-A065E90DF1B7}">
          <dgm:prSet phldrT="[Text]" phldr="0" custT="1"/>
          <dgm:spPr/>
          <dgm:t>
            <a:bodyPr/>
            <a:lstStyle/>
            <a:p>
              <a:r>
                <a:rPr lang="en-IN" sz="2000" b="1" dirty="0">
                  <a:latin typeface="Agency FB" panose="020B0503020202020204" pitchFamily="34" charset="0"/>
                </a:rPr>
                <a:t>Overall Accuracy</a:t>
              </a:r>
            </a:p>
            <a:p>
              <a:r>
                <a:rPr lang="en-IN" sz="1800" dirty="0">
                  <a:latin typeface="Agency FB" panose="020B0503020202020204" pitchFamily="34" charset="0"/>
                </a:rPr>
                <a:t>Overall Accuracy represents the percentage of all pixels that are classified correctly.</a:t>
              </a:r>
            </a:p>
            <a:p>
              <a:pPr>
                <a:buNone/>
              </a:pPr>
              <a:r>
                <a:rPr lang="en-IN" sz="1800" dirty="0">
                  <a:latin typeface="Agency FB" panose="020B0503020202020204" pitchFamily="34" charset="0"/>
                </a:rPr>
                <a:t>OA= </a:t>
              </a:r>
              <a:r>
                <a:rPr lang="en-IN" sz="1800" i="0">
                  <a:latin typeface="Cambria Math" panose="02040503050406030204" pitchFamily="18" charset="0"/>
                </a:rPr>
                <a:t>(</a:t>
              </a:r>
              <a:r>
                <a:rPr lang="en-IN" sz="1800" b="0" i="0">
                  <a:latin typeface="Cambria Math" panose="02040503050406030204" pitchFamily="18" charset="0"/>
                </a:rPr>
                <a:t>𝑁𝑢𝑚𝑏𝑒𝑟 𝑜𝑓 𝑐𝑜𝑟𝑟𝑒𝑐𝑡𝑙𝑦 𝑖𝑑𝑒𝑛𝑡𝑖𝑓𝑖𝑒𝑑 𝑝𝑖𝑥𝑒𝑙𝑠)/(𝑇𝑜𝑡𝑎𝑙 𝑁𝑢𝑚𝑏𝑒𝑟 𝑜𝑓 𝑝𝑖𝑥𝑒𝑙𝑠)</a:t>
              </a:r>
              <a:r>
                <a:rPr lang="en-IN" sz="1500" dirty="0"/>
                <a:t>​​</a:t>
              </a:r>
            </a:p>
          </dgm:t>
        </dgm:pt>
      </mc:Fallback>
    </mc:AlternateContent>
    <dgm:pt modelId="{2B549EEC-A131-4F6A-8A83-AE3AA07ADEA4}" type="parTrans" cxnId="{B84C6716-79FB-4260-94DC-D1221FD1BF78}">
      <dgm:prSet/>
      <dgm:spPr/>
      <dgm:t>
        <a:bodyPr/>
        <a:lstStyle/>
        <a:p>
          <a:endParaRPr lang="en-IN"/>
        </a:p>
      </dgm:t>
    </dgm:pt>
    <dgm:pt modelId="{BD44ED2D-9922-41A8-A100-65116F2074D0}" type="sibTrans" cxnId="{B84C6716-79FB-4260-94DC-D1221FD1BF78}">
      <dgm:prSet/>
      <dgm:spPr/>
      <dgm:t>
        <a:bodyPr/>
        <a:lstStyle/>
        <a:p>
          <a:endParaRPr lang="en-IN"/>
        </a:p>
      </dgm:t>
    </dgm:pt>
    <dgm:pt modelId="{9046F1F1-1124-4DCF-9E23-93CB4A2CFEA2}">
      <dgm:prSet phldrT="[Text]" phldr="0" custT="1"/>
      <dgm:spPr/>
      <dgm:t>
        <a:bodyPr/>
        <a:lstStyle/>
        <a:p>
          <a:r>
            <a:rPr lang="en-IN" sz="2000" b="1" dirty="0">
              <a:latin typeface="Agency FB" panose="020B0503020202020204" pitchFamily="34" charset="0"/>
            </a:rPr>
            <a:t>Average Accuracy</a:t>
          </a:r>
        </a:p>
        <a:p>
          <a:r>
            <a:rPr lang="en-IN" sz="1800" dirty="0">
              <a:latin typeface="Agency FB" panose="020B0503020202020204" pitchFamily="34" charset="0"/>
            </a:rPr>
            <a:t>Average Accuracy measures the classification accuracy of each class separately and then calculates their average.</a:t>
          </a:r>
        </a:p>
      </dgm:t>
    </dgm:pt>
    <dgm:pt modelId="{2D1598C3-84B8-42AE-94BC-7333D2FB2076}" type="parTrans" cxnId="{F3E6097F-0B55-47BC-AC72-2620942F1C31}">
      <dgm:prSet/>
      <dgm:spPr/>
      <dgm:t>
        <a:bodyPr/>
        <a:lstStyle/>
        <a:p>
          <a:endParaRPr lang="en-IN"/>
        </a:p>
      </dgm:t>
    </dgm:pt>
    <dgm:pt modelId="{BCA5235B-68F6-4EF2-BF8F-5CBC4089708E}" type="sibTrans" cxnId="{F3E6097F-0B55-47BC-AC72-2620942F1C31}">
      <dgm:prSet/>
      <dgm:spPr/>
      <dgm:t>
        <a:bodyPr/>
        <a:lstStyle/>
        <a:p>
          <a:endParaRPr lang="en-IN"/>
        </a:p>
      </dgm:t>
    </dgm:pt>
    <dgm:pt modelId="{39CE48A9-513A-4015-8B0A-A2442F7E970A}">
      <dgm:prSet phldrT="[Text]" phldr="0" custT="1"/>
      <dgm:spPr/>
      <dgm:t>
        <a:bodyPr/>
        <a:lstStyle/>
        <a:p>
          <a:r>
            <a:rPr lang="en-IN" sz="2000" b="1" dirty="0">
              <a:latin typeface="Agency FB" panose="020B0503020202020204" pitchFamily="34" charset="0"/>
            </a:rPr>
            <a:t>Kappa Coefficient</a:t>
          </a:r>
        </a:p>
        <a:p>
          <a:r>
            <a:rPr lang="en-IN" sz="1600" b="0" dirty="0">
              <a:latin typeface="Agency FB" panose="020B0503020202020204" pitchFamily="34" charset="0"/>
            </a:rPr>
            <a:t>The Kappa coefficient evaluates the agreement between the predicted classification and the ground truth while accounting for agreement that could occur by chance.</a:t>
          </a:r>
        </a:p>
        <a:p>
          <a:pPr>
            <a:buNone/>
          </a:pPr>
          <a:r>
            <a:rPr lang="en-IN" sz="1600" b="0" dirty="0">
              <a:latin typeface="Agency FB" panose="020B0503020202020204" pitchFamily="34" charset="0"/>
            </a:rPr>
            <a:t>A Kappa value </a:t>
          </a:r>
          <a:r>
            <a:rPr lang="en-IN" sz="1600" b="1" dirty="0">
              <a:latin typeface="Agency FB" panose="020B0503020202020204" pitchFamily="34" charset="0"/>
            </a:rPr>
            <a:t>closer to 1 </a:t>
          </a:r>
          <a:r>
            <a:rPr lang="en-IN" sz="1600" b="0" dirty="0">
              <a:latin typeface="Agency FB" panose="020B0503020202020204" pitchFamily="34" charset="0"/>
            </a:rPr>
            <a:t>indicates stronger agreement between predictions and ground truth.</a:t>
          </a:r>
        </a:p>
      </dgm:t>
    </dgm:pt>
    <dgm:pt modelId="{757CE944-1922-4F9B-AFEC-A9F2A843E3E0}" type="parTrans" cxnId="{C69D4EFF-3504-4439-A132-CB4E912DC70C}">
      <dgm:prSet/>
      <dgm:spPr/>
      <dgm:t>
        <a:bodyPr/>
        <a:lstStyle/>
        <a:p>
          <a:endParaRPr lang="en-IN"/>
        </a:p>
      </dgm:t>
    </dgm:pt>
    <dgm:pt modelId="{C864C2BB-AEC0-458A-B1C2-9A74AAFE9494}" type="sibTrans" cxnId="{C69D4EFF-3504-4439-A132-CB4E912DC70C}">
      <dgm:prSet/>
      <dgm:spPr/>
      <dgm:t>
        <a:bodyPr/>
        <a:lstStyle/>
        <a:p>
          <a:endParaRPr lang="en-IN"/>
        </a:p>
      </dgm:t>
    </dgm:pt>
    <dgm:pt modelId="{A64E1155-58AD-4888-9F7B-3B435802DE8B}" type="pres">
      <dgm:prSet presAssocID="{FBA8F862-48E8-4D9E-833C-3650099331F1}" presName="diagram" presStyleCnt="0">
        <dgm:presLayoutVars>
          <dgm:dir/>
          <dgm:resizeHandles val="exact"/>
        </dgm:presLayoutVars>
      </dgm:prSet>
      <dgm:spPr/>
    </dgm:pt>
    <dgm:pt modelId="{16EF0B3D-F480-4709-ADCA-FF8471BFF373}" type="pres">
      <dgm:prSet presAssocID="{E356E5E5-412E-4513-B301-A065E90DF1B7}" presName="node" presStyleLbl="node1" presStyleIdx="0" presStyleCnt="3">
        <dgm:presLayoutVars>
          <dgm:bulletEnabled val="1"/>
        </dgm:presLayoutVars>
      </dgm:prSet>
      <dgm:spPr/>
    </dgm:pt>
    <dgm:pt modelId="{6DAB1672-8F0A-41F6-92BB-D3526F55BCC3}" type="pres">
      <dgm:prSet presAssocID="{BD44ED2D-9922-41A8-A100-65116F2074D0}" presName="sibTrans" presStyleCnt="0"/>
      <dgm:spPr/>
    </dgm:pt>
    <dgm:pt modelId="{4BE36570-DAF8-4213-A186-77F9A05CDC43}" type="pres">
      <dgm:prSet presAssocID="{9046F1F1-1124-4DCF-9E23-93CB4A2CFEA2}" presName="node" presStyleLbl="node1" presStyleIdx="1" presStyleCnt="3">
        <dgm:presLayoutVars>
          <dgm:bulletEnabled val="1"/>
        </dgm:presLayoutVars>
      </dgm:prSet>
      <dgm:spPr/>
    </dgm:pt>
    <dgm:pt modelId="{2DACF3B7-910D-4BA5-A52D-D65C5F3F4BD0}" type="pres">
      <dgm:prSet presAssocID="{BCA5235B-68F6-4EF2-BF8F-5CBC4089708E}" presName="sibTrans" presStyleCnt="0"/>
      <dgm:spPr/>
    </dgm:pt>
    <dgm:pt modelId="{17A943B5-1290-42CC-8F04-5B3558D85CE0}" type="pres">
      <dgm:prSet presAssocID="{39CE48A9-513A-4015-8B0A-A2442F7E970A}" presName="node" presStyleLbl="node1" presStyleIdx="2" presStyleCnt="3">
        <dgm:presLayoutVars>
          <dgm:bulletEnabled val="1"/>
        </dgm:presLayoutVars>
      </dgm:prSet>
      <dgm:spPr/>
    </dgm:pt>
  </dgm:ptLst>
  <dgm:cxnLst>
    <dgm:cxn modelId="{4AA2D00C-C741-4B93-BFF5-6C1EB701CB08}" type="presOf" srcId="{FBA8F862-48E8-4D9E-833C-3650099331F1}" destId="{A64E1155-58AD-4888-9F7B-3B435802DE8B}" srcOrd="0" destOrd="0" presId="urn:microsoft.com/office/officeart/2005/8/layout/default"/>
    <dgm:cxn modelId="{B84C6716-79FB-4260-94DC-D1221FD1BF78}" srcId="{FBA8F862-48E8-4D9E-833C-3650099331F1}" destId="{E356E5E5-412E-4513-B301-A065E90DF1B7}" srcOrd="0" destOrd="0" parTransId="{2B549EEC-A131-4F6A-8A83-AE3AA07ADEA4}" sibTransId="{BD44ED2D-9922-41A8-A100-65116F2074D0}"/>
    <dgm:cxn modelId="{83D5267C-9ECE-41F0-BEB2-3E929B601C35}" type="presOf" srcId="{E356E5E5-412E-4513-B301-A065E90DF1B7}" destId="{16EF0B3D-F480-4709-ADCA-FF8471BFF373}" srcOrd="0" destOrd="0" presId="urn:microsoft.com/office/officeart/2005/8/layout/default"/>
    <dgm:cxn modelId="{F3E6097F-0B55-47BC-AC72-2620942F1C31}" srcId="{FBA8F862-48E8-4D9E-833C-3650099331F1}" destId="{9046F1F1-1124-4DCF-9E23-93CB4A2CFEA2}" srcOrd="1" destOrd="0" parTransId="{2D1598C3-84B8-42AE-94BC-7333D2FB2076}" sibTransId="{BCA5235B-68F6-4EF2-BF8F-5CBC4089708E}"/>
    <dgm:cxn modelId="{11240ED6-627C-49D9-8E11-B238F3314F15}" type="presOf" srcId="{9046F1F1-1124-4DCF-9E23-93CB4A2CFEA2}" destId="{4BE36570-DAF8-4213-A186-77F9A05CDC43}" srcOrd="0" destOrd="0" presId="urn:microsoft.com/office/officeart/2005/8/layout/default"/>
    <dgm:cxn modelId="{C24E18F0-F8BE-443A-AC6C-1E4582CA8FF9}" type="presOf" srcId="{39CE48A9-513A-4015-8B0A-A2442F7E970A}" destId="{17A943B5-1290-42CC-8F04-5B3558D85CE0}" srcOrd="0" destOrd="0" presId="urn:microsoft.com/office/officeart/2005/8/layout/default"/>
    <dgm:cxn modelId="{C69D4EFF-3504-4439-A132-CB4E912DC70C}" srcId="{FBA8F862-48E8-4D9E-833C-3650099331F1}" destId="{39CE48A9-513A-4015-8B0A-A2442F7E970A}" srcOrd="2" destOrd="0" parTransId="{757CE944-1922-4F9B-AFEC-A9F2A843E3E0}" sibTransId="{C864C2BB-AEC0-458A-B1C2-9A74AAFE9494}"/>
    <dgm:cxn modelId="{86E88CE1-2D51-4CD7-AC4E-6F6C06B5D637}" type="presParOf" srcId="{A64E1155-58AD-4888-9F7B-3B435802DE8B}" destId="{16EF0B3D-F480-4709-ADCA-FF8471BFF373}" srcOrd="0" destOrd="0" presId="urn:microsoft.com/office/officeart/2005/8/layout/default"/>
    <dgm:cxn modelId="{AA3AD156-7C7A-4327-AF9E-317A37148241}" type="presParOf" srcId="{A64E1155-58AD-4888-9F7B-3B435802DE8B}" destId="{6DAB1672-8F0A-41F6-92BB-D3526F55BCC3}" srcOrd="1" destOrd="0" presId="urn:microsoft.com/office/officeart/2005/8/layout/default"/>
    <dgm:cxn modelId="{29628CB7-6406-4EED-AC85-CA340A941789}" type="presParOf" srcId="{A64E1155-58AD-4888-9F7B-3B435802DE8B}" destId="{4BE36570-DAF8-4213-A186-77F9A05CDC43}" srcOrd="2" destOrd="0" presId="urn:microsoft.com/office/officeart/2005/8/layout/default"/>
    <dgm:cxn modelId="{712E2DF2-54B0-4F9E-AC3C-E70A40E67DD0}" type="presParOf" srcId="{A64E1155-58AD-4888-9F7B-3B435802DE8B}" destId="{2DACF3B7-910D-4BA5-A52D-D65C5F3F4BD0}" srcOrd="3" destOrd="0" presId="urn:microsoft.com/office/officeart/2005/8/layout/default"/>
    <dgm:cxn modelId="{779F9A47-8661-46A3-9EE0-D74457509A3D}" type="presParOf" srcId="{A64E1155-58AD-4888-9F7B-3B435802DE8B}" destId="{17A943B5-1290-42CC-8F04-5B3558D85CE0}"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FBA8F862-48E8-4D9E-833C-3650099331F1}"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IN"/>
        </a:p>
      </dgm:t>
    </dgm:pt>
    <dgm:pt modelId="{E356E5E5-412E-4513-B301-A065E90DF1B7}">
      <dgm:prSet phldrT="[Text]" phldr="0" custT="1"/>
      <dgm:spPr>
        <a:blipFill>
          <a:blip xmlns:r="http://schemas.openxmlformats.org/officeDocument/2006/relationships" r:embed="rId1"/>
          <a:stretch>
            <a:fillRect l="-1153" r="-824"/>
          </a:stretch>
        </a:blipFill>
      </dgm:spPr>
      <dgm:t>
        <a:bodyPr/>
        <a:lstStyle/>
        <a:p>
          <a:r>
            <a:rPr lang="en-IN">
              <a:noFill/>
            </a:rPr>
            <a:t> </a:t>
          </a:r>
        </a:p>
      </dgm:t>
    </dgm:pt>
    <dgm:pt modelId="{2B549EEC-A131-4F6A-8A83-AE3AA07ADEA4}" type="parTrans" cxnId="{B84C6716-79FB-4260-94DC-D1221FD1BF78}">
      <dgm:prSet/>
      <dgm:spPr/>
      <dgm:t>
        <a:bodyPr/>
        <a:lstStyle/>
        <a:p>
          <a:endParaRPr lang="en-IN"/>
        </a:p>
      </dgm:t>
    </dgm:pt>
    <dgm:pt modelId="{BD44ED2D-9922-41A8-A100-65116F2074D0}" type="sibTrans" cxnId="{B84C6716-79FB-4260-94DC-D1221FD1BF78}">
      <dgm:prSet/>
      <dgm:spPr/>
      <dgm:t>
        <a:bodyPr/>
        <a:lstStyle/>
        <a:p>
          <a:endParaRPr lang="en-IN"/>
        </a:p>
      </dgm:t>
    </dgm:pt>
    <dgm:pt modelId="{9046F1F1-1124-4DCF-9E23-93CB4A2CFEA2}">
      <dgm:prSet phldrT="[Text]" phldr="0" custT="1"/>
      <dgm:spPr/>
      <dgm:t>
        <a:bodyPr/>
        <a:lstStyle/>
        <a:p>
          <a:r>
            <a:rPr lang="en-IN" sz="2000" b="1" dirty="0">
              <a:latin typeface="Agency FB" panose="020B0503020202020204" pitchFamily="34" charset="0"/>
            </a:rPr>
            <a:t>Average Accuracy</a:t>
          </a:r>
        </a:p>
        <a:p>
          <a:r>
            <a:rPr lang="en-IN" sz="1800" dirty="0">
              <a:latin typeface="Agency FB" panose="020B0503020202020204" pitchFamily="34" charset="0"/>
            </a:rPr>
            <a:t>Average Accuracy measures the classification accuracy of each class separately and then calculates their average.</a:t>
          </a:r>
        </a:p>
      </dgm:t>
    </dgm:pt>
    <dgm:pt modelId="{2D1598C3-84B8-42AE-94BC-7333D2FB2076}" type="parTrans" cxnId="{F3E6097F-0B55-47BC-AC72-2620942F1C31}">
      <dgm:prSet/>
      <dgm:spPr/>
      <dgm:t>
        <a:bodyPr/>
        <a:lstStyle/>
        <a:p>
          <a:endParaRPr lang="en-IN"/>
        </a:p>
      </dgm:t>
    </dgm:pt>
    <dgm:pt modelId="{BCA5235B-68F6-4EF2-BF8F-5CBC4089708E}" type="sibTrans" cxnId="{F3E6097F-0B55-47BC-AC72-2620942F1C31}">
      <dgm:prSet/>
      <dgm:spPr/>
      <dgm:t>
        <a:bodyPr/>
        <a:lstStyle/>
        <a:p>
          <a:endParaRPr lang="en-IN"/>
        </a:p>
      </dgm:t>
    </dgm:pt>
    <dgm:pt modelId="{39CE48A9-513A-4015-8B0A-A2442F7E970A}">
      <dgm:prSet phldrT="[Text]" phldr="0" custT="1"/>
      <dgm:spPr/>
      <dgm:t>
        <a:bodyPr/>
        <a:lstStyle/>
        <a:p>
          <a:r>
            <a:rPr lang="en-IN" sz="2000" b="1" dirty="0">
              <a:latin typeface="Agency FB" panose="020B0503020202020204" pitchFamily="34" charset="0"/>
            </a:rPr>
            <a:t>Kappa Coefficient</a:t>
          </a:r>
        </a:p>
        <a:p>
          <a:r>
            <a:rPr lang="en-IN" sz="1600" b="0" dirty="0">
              <a:latin typeface="Agency FB" panose="020B0503020202020204" pitchFamily="34" charset="0"/>
            </a:rPr>
            <a:t>The Kappa coefficient evaluates the agreement between the predicted classification and the ground truth while accounting for agreement that could occur by chance.</a:t>
          </a:r>
        </a:p>
        <a:p>
          <a:pPr>
            <a:buNone/>
          </a:pPr>
          <a:r>
            <a:rPr lang="en-IN" sz="1600" b="0" dirty="0">
              <a:latin typeface="Agency FB" panose="020B0503020202020204" pitchFamily="34" charset="0"/>
            </a:rPr>
            <a:t>A Kappa value </a:t>
          </a:r>
          <a:r>
            <a:rPr lang="en-IN" sz="1600" b="1" dirty="0">
              <a:latin typeface="Agency FB" panose="020B0503020202020204" pitchFamily="34" charset="0"/>
            </a:rPr>
            <a:t>closer to 1 </a:t>
          </a:r>
          <a:r>
            <a:rPr lang="en-IN" sz="1600" b="0" dirty="0">
              <a:latin typeface="Agency FB" panose="020B0503020202020204" pitchFamily="34" charset="0"/>
            </a:rPr>
            <a:t>indicates stronger agreement between predictions and ground truth.</a:t>
          </a:r>
        </a:p>
      </dgm:t>
    </dgm:pt>
    <dgm:pt modelId="{757CE944-1922-4F9B-AFEC-A9F2A843E3E0}" type="parTrans" cxnId="{C69D4EFF-3504-4439-A132-CB4E912DC70C}">
      <dgm:prSet/>
      <dgm:spPr/>
      <dgm:t>
        <a:bodyPr/>
        <a:lstStyle/>
        <a:p>
          <a:endParaRPr lang="en-IN"/>
        </a:p>
      </dgm:t>
    </dgm:pt>
    <dgm:pt modelId="{C864C2BB-AEC0-458A-B1C2-9A74AAFE9494}" type="sibTrans" cxnId="{C69D4EFF-3504-4439-A132-CB4E912DC70C}">
      <dgm:prSet/>
      <dgm:spPr/>
      <dgm:t>
        <a:bodyPr/>
        <a:lstStyle/>
        <a:p>
          <a:endParaRPr lang="en-IN"/>
        </a:p>
      </dgm:t>
    </dgm:pt>
    <dgm:pt modelId="{A64E1155-58AD-4888-9F7B-3B435802DE8B}" type="pres">
      <dgm:prSet presAssocID="{FBA8F862-48E8-4D9E-833C-3650099331F1}" presName="diagram" presStyleCnt="0">
        <dgm:presLayoutVars>
          <dgm:dir/>
          <dgm:resizeHandles val="exact"/>
        </dgm:presLayoutVars>
      </dgm:prSet>
      <dgm:spPr/>
    </dgm:pt>
    <dgm:pt modelId="{16EF0B3D-F480-4709-ADCA-FF8471BFF373}" type="pres">
      <dgm:prSet presAssocID="{E356E5E5-412E-4513-B301-A065E90DF1B7}" presName="node" presStyleLbl="node1" presStyleIdx="0" presStyleCnt="3">
        <dgm:presLayoutVars>
          <dgm:bulletEnabled val="1"/>
        </dgm:presLayoutVars>
      </dgm:prSet>
      <dgm:spPr/>
    </dgm:pt>
    <dgm:pt modelId="{6DAB1672-8F0A-41F6-92BB-D3526F55BCC3}" type="pres">
      <dgm:prSet presAssocID="{BD44ED2D-9922-41A8-A100-65116F2074D0}" presName="sibTrans" presStyleCnt="0"/>
      <dgm:spPr/>
    </dgm:pt>
    <dgm:pt modelId="{4BE36570-DAF8-4213-A186-77F9A05CDC43}" type="pres">
      <dgm:prSet presAssocID="{9046F1F1-1124-4DCF-9E23-93CB4A2CFEA2}" presName="node" presStyleLbl="node1" presStyleIdx="1" presStyleCnt="3">
        <dgm:presLayoutVars>
          <dgm:bulletEnabled val="1"/>
        </dgm:presLayoutVars>
      </dgm:prSet>
      <dgm:spPr/>
    </dgm:pt>
    <dgm:pt modelId="{2DACF3B7-910D-4BA5-A52D-D65C5F3F4BD0}" type="pres">
      <dgm:prSet presAssocID="{BCA5235B-68F6-4EF2-BF8F-5CBC4089708E}" presName="sibTrans" presStyleCnt="0"/>
      <dgm:spPr/>
    </dgm:pt>
    <dgm:pt modelId="{17A943B5-1290-42CC-8F04-5B3558D85CE0}" type="pres">
      <dgm:prSet presAssocID="{39CE48A9-513A-4015-8B0A-A2442F7E970A}" presName="node" presStyleLbl="node1" presStyleIdx="2" presStyleCnt="3">
        <dgm:presLayoutVars>
          <dgm:bulletEnabled val="1"/>
        </dgm:presLayoutVars>
      </dgm:prSet>
      <dgm:spPr/>
    </dgm:pt>
  </dgm:ptLst>
  <dgm:cxnLst>
    <dgm:cxn modelId="{4AA2D00C-C741-4B93-BFF5-6C1EB701CB08}" type="presOf" srcId="{FBA8F862-48E8-4D9E-833C-3650099331F1}" destId="{A64E1155-58AD-4888-9F7B-3B435802DE8B}" srcOrd="0" destOrd="0" presId="urn:microsoft.com/office/officeart/2005/8/layout/default"/>
    <dgm:cxn modelId="{B84C6716-79FB-4260-94DC-D1221FD1BF78}" srcId="{FBA8F862-48E8-4D9E-833C-3650099331F1}" destId="{E356E5E5-412E-4513-B301-A065E90DF1B7}" srcOrd="0" destOrd="0" parTransId="{2B549EEC-A131-4F6A-8A83-AE3AA07ADEA4}" sibTransId="{BD44ED2D-9922-41A8-A100-65116F2074D0}"/>
    <dgm:cxn modelId="{83D5267C-9ECE-41F0-BEB2-3E929B601C35}" type="presOf" srcId="{E356E5E5-412E-4513-B301-A065E90DF1B7}" destId="{16EF0B3D-F480-4709-ADCA-FF8471BFF373}" srcOrd="0" destOrd="0" presId="urn:microsoft.com/office/officeart/2005/8/layout/default"/>
    <dgm:cxn modelId="{F3E6097F-0B55-47BC-AC72-2620942F1C31}" srcId="{FBA8F862-48E8-4D9E-833C-3650099331F1}" destId="{9046F1F1-1124-4DCF-9E23-93CB4A2CFEA2}" srcOrd="1" destOrd="0" parTransId="{2D1598C3-84B8-42AE-94BC-7333D2FB2076}" sibTransId="{BCA5235B-68F6-4EF2-BF8F-5CBC4089708E}"/>
    <dgm:cxn modelId="{11240ED6-627C-49D9-8E11-B238F3314F15}" type="presOf" srcId="{9046F1F1-1124-4DCF-9E23-93CB4A2CFEA2}" destId="{4BE36570-DAF8-4213-A186-77F9A05CDC43}" srcOrd="0" destOrd="0" presId="urn:microsoft.com/office/officeart/2005/8/layout/default"/>
    <dgm:cxn modelId="{C24E18F0-F8BE-443A-AC6C-1E4582CA8FF9}" type="presOf" srcId="{39CE48A9-513A-4015-8B0A-A2442F7E970A}" destId="{17A943B5-1290-42CC-8F04-5B3558D85CE0}" srcOrd="0" destOrd="0" presId="urn:microsoft.com/office/officeart/2005/8/layout/default"/>
    <dgm:cxn modelId="{C69D4EFF-3504-4439-A132-CB4E912DC70C}" srcId="{FBA8F862-48E8-4D9E-833C-3650099331F1}" destId="{39CE48A9-513A-4015-8B0A-A2442F7E970A}" srcOrd="2" destOrd="0" parTransId="{757CE944-1922-4F9B-AFEC-A9F2A843E3E0}" sibTransId="{C864C2BB-AEC0-458A-B1C2-9A74AAFE9494}"/>
    <dgm:cxn modelId="{86E88CE1-2D51-4CD7-AC4E-6F6C06B5D637}" type="presParOf" srcId="{A64E1155-58AD-4888-9F7B-3B435802DE8B}" destId="{16EF0B3D-F480-4709-ADCA-FF8471BFF373}" srcOrd="0" destOrd="0" presId="urn:microsoft.com/office/officeart/2005/8/layout/default"/>
    <dgm:cxn modelId="{AA3AD156-7C7A-4327-AF9E-317A37148241}" type="presParOf" srcId="{A64E1155-58AD-4888-9F7B-3B435802DE8B}" destId="{6DAB1672-8F0A-41F6-92BB-D3526F55BCC3}" srcOrd="1" destOrd="0" presId="urn:microsoft.com/office/officeart/2005/8/layout/default"/>
    <dgm:cxn modelId="{29628CB7-6406-4EED-AC85-CA340A941789}" type="presParOf" srcId="{A64E1155-58AD-4888-9F7B-3B435802DE8B}" destId="{4BE36570-DAF8-4213-A186-77F9A05CDC43}" srcOrd="2" destOrd="0" presId="urn:microsoft.com/office/officeart/2005/8/layout/default"/>
    <dgm:cxn modelId="{712E2DF2-54B0-4F9E-AC3C-E70A40E67DD0}" type="presParOf" srcId="{A64E1155-58AD-4888-9F7B-3B435802DE8B}" destId="{2DACF3B7-910D-4BA5-A52D-D65C5F3F4BD0}" srcOrd="3" destOrd="0" presId="urn:microsoft.com/office/officeart/2005/8/layout/default"/>
    <dgm:cxn modelId="{779F9A47-8661-46A3-9EE0-D74457509A3D}" type="presParOf" srcId="{A64E1155-58AD-4888-9F7B-3B435802DE8B}" destId="{17A943B5-1290-42CC-8F04-5B3558D85CE0}"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1243D24-34F8-4455-94BD-DF1DE222719E}" type="doc">
      <dgm:prSet loTypeId="urn:microsoft.com/office/officeart/2005/8/layout/hProcess9" loCatId="process" qsTypeId="urn:microsoft.com/office/officeart/2005/8/quickstyle/simple1" qsCatId="simple" csTypeId="urn:microsoft.com/office/officeart/2005/8/colors/colorful4" csCatId="colorful" phldr="1"/>
      <dgm:spPr/>
    </dgm:pt>
    <dgm:pt modelId="{73E45D98-58E5-48EB-B5EB-32B11B26959A}">
      <dgm:prSet phldrT="[Text]"/>
      <dgm:spPr/>
      <dgm:t>
        <a:bodyPr/>
        <a:lstStyle/>
        <a:p>
          <a:pPr>
            <a:buNone/>
          </a:pPr>
          <a:r>
            <a:rPr lang="en-IN" b="1" dirty="0">
              <a:latin typeface="Agency FB" panose="020B0503020202020204" pitchFamily="34" charset="0"/>
            </a:rPr>
            <a:t>Deep Feature Extraction</a:t>
          </a:r>
        </a:p>
        <a:p>
          <a:pPr>
            <a:buNone/>
          </a:pPr>
          <a:r>
            <a:rPr lang="en-IN" dirty="0">
              <a:latin typeface="Agency FB" panose="020B0503020202020204" pitchFamily="34" charset="0"/>
            </a:rPr>
            <a:t>A stacked/deep autoencoder learns hierarchical representations from high-dimensional medical hyperspectral data.</a:t>
          </a:r>
        </a:p>
      </dgm:t>
    </dgm:pt>
    <dgm:pt modelId="{5A77DC72-0413-4098-A326-653EF7472F80}" type="parTrans" cxnId="{500F0452-7716-4953-8EA8-0D7CEEBBEABD}">
      <dgm:prSet/>
      <dgm:spPr/>
      <dgm:t>
        <a:bodyPr/>
        <a:lstStyle/>
        <a:p>
          <a:endParaRPr lang="en-IN">
            <a:latin typeface="Agency FB" panose="020B0503020202020204" pitchFamily="34" charset="0"/>
          </a:endParaRPr>
        </a:p>
      </dgm:t>
    </dgm:pt>
    <dgm:pt modelId="{325F8FAB-CBB5-44C9-B9FD-99BED6778392}" type="sibTrans" cxnId="{500F0452-7716-4953-8EA8-0D7CEEBBEABD}">
      <dgm:prSet/>
      <dgm:spPr/>
      <dgm:t>
        <a:bodyPr/>
        <a:lstStyle/>
        <a:p>
          <a:endParaRPr lang="en-IN">
            <a:latin typeface="Agency FB" panose="020B0503020202020204" pitchFamily="34" charset="0"/>
          </a:endParaRPr>
        </a:p>
      </dgm:t>
    </dgm:pt>
    <mc:AlternateContent xmlns:mc="http://schemas.openxmlformats.org/markup-compatibility/2006" xmlns:a14="http://schemas.microsoft.com/office/drawing/2010/main">
      <mc:Choice Requires="a14">
        <dgm:pt modelId="{8DF721F7-5D44-4E73-BD58-803431E0C44F}">
          <dgm:prSet phldrT="[Text]"/>
          <dgm:spPr/>
          <dgm:t>
            <a:bodyPr/>
            <a:lstStyle/>
            <a:p>
              <a:pPr>
                <a:buNone/>
              </a:pPr>
              <a:r>
                <a:rPr lang="en-IN" b="1" dirty="0">
                  <a:latin typeface="Agency FB" panose="020B0503020202020204" pitchFamily="34" charset="0"/>
                </a:rPr>
                <a:t>Sparse Feature Learning</a:t>
              </a:r>
            </a:p>
            <a:p>
              <a:pPr>
                <a:buNone/>
              </a:pPr>
              <a:r>
                <a:rPr lang="en-IN" dirty="0">
                  <a:latin typeface="Agency FB" panose="020B0503020202020204" pitchFamily="34" charset="0"/>
                </a:rPr>
                <a:t>An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𝐿</m:t>
                      </m:r>
                    </m:e>
                    <m:sub>
                      <m:r>
                        <a:rPr lang="en-IN" i="0">
                          <a:latin typeface="Cambria Math" panose="02040503050406030204" pitchFamily="18" charset="0"/>
                        </a:rPr>
                        <m:t>1</m:t>
                      </m:r>
                    </m:sub>
                  </m:sSub>
                </m:oMath>
              </a14:m>
              <a:r>
                <a:rPr lang="en-IN" dirty="0">
                  <a:latin typeface="Agency FB" panose="020B0503020202020204" pitchFamily="34" charset="0"/>
                </a:rPr>
                <a:t>-based </a:t>
              </a:r>
              <a:r>
                <a:rPr lang="en-IN" dirty="0" err="1">
                  <a:latin typeface="Agency FB" panose="020B0503020202020204" pitchFamily="34" charset="0"/>
                </a:rPr>
                <a:t>regularizer</a:t>
              </a:r>
              <a:r>
                <a:rPr lang="en-IN" dirty="0">
                  <a:latin typeface="Agency FB" panose="020B0503020202020204" pitchFamily="34" charset="0"/>
                </a:rPr>
                <a:t> is applied to the deepest feature layer to encourage sparse and selective representations.</a:t>
              </a:r>
            </a:p>
          </dgm:t>
        </dgm:pt>
      </mc:Choice>
      <mc:Fallback xmlns="">
        <dgm:pt modelId="{8DF721F7-5D44-4E73-BD58-803431E0C44F}">
          <dgm:prSet phldrT="[Text]"/>
          <dgm:spPr/>
          <dgm:t>
            <a:bodyPr/>
            <a:lstStyle/>
            <a:p>
              <a:pPr>
                <a:buNone/>
              </a:pPr>
              <a:r>
                <a:rPr lang="en-IN" b="1" dirty="0">
                  <a:latin typeface="Agency FB" panose="020B0503020202020204" pitchFamily="34" charset="0"/>
                </a:rPr>
                <a:t>Sparse Feature Learning</a:t>
              </a:r>
            </a:p>
            <a:p>
              <a:pPr>
                <a:buNone/>
              </a:pPr>
              <a:r>
                <a:rPr lang="en-IN" dirty="0">
                  <a:latin typeface="Agency FB" panose="020B0503020202020204" pitchFamily="34" charset="0"/>
                </a:rPr>
                <a:t>An </a:t>
              </a:r>
              <a:r>
                <a:rPr lang="en-IN" i="0"/>
                <a:t>𝐿_1</a:t>
              </a:r>
              <a:r>
                <a:rPr lang="en-IN" dirty="0">
                  <a:latin typeface="Agency FB" panose="020B0503020202020204" pitchFamily="34" charset="0"/>
                </a:rPr>
                <a:t>-based </a:t>
              </a:r>
              <a:r>
                <a:rPr lang="en-IN" dirty="0" err="1">
                  <a:latin typeface="Agency FB" panose="020B0503020202020204" pitchFamily="34" charset="0"/>
                </a:rPr>
                <a:t>regularizer</a:t>
              </a:r>
              <a:r>
                <a:rPr lang="en-IN" dirty="0">
                  <a:latin typeface="Agency FB" panose="020B0503020202020204" pitchFamily="34" charset="0"/>
                </a:rPr>
                <a:t> is applied to the deepest feature layer to encourage sparse and selective representations.</a:t>
              </a:r>
            </a:p>
          </dgm:t>
        </dgm:pt>
      </mc:Fallback>
    </mc:AlternateContent>
    <dgm:pt modelId="{F5988F82-D692-4CD7-A37F-9D42C6BFF55A}" type="parTrans" cxnId="{0FE27AD7-5F11-4309-8C8C-11FF2DDE709F}">
      <dgm:prSet/>
      <dgm:spPr/>
      <dgm:t>
        <a:bodyPr/>
        <a:lstStyle/>
        <a:p>
          <a:endParaRPr lang="en-IN">
            <a:latin typeface="Agency FB" panose="020B0503020202020204" pitchFamily="34" charset="0"/>
          </a:endParaRPr>
        </a:p>
      </dgm:t>
    </dgm:pt>
    <dgm:pt modelId="{EA8196C0-EDF8-4A5D-9F31-9A8BB4F4C7A6}" type="sibTrans" cxnId="{0FE27AD7-5F11-4309-8C8C-11FF2DDE709F}">
      <dgm:prSet/>
      <dgm:spPr/>
      <dgm:t>
        <a:bodyPr/>
        <a:lstStyle/>
        <a:p>
          <a:endParaRPr lang="en-IN">
            <a:latin typeface="Agency FB" panose="020B0503020202020204" pitchFamily="34" charset="0"/>
          </a:endParaRPr>
        </a:p>
      </dgm:t>
    </dgm:pt>
    <dgm:pt modelId="{8DA58D5E-1AA9-499D-879A-3E1E60126853}">
      <dgm:prSet phldrT="[Text]"/>
      <dgm:spPr/>
      <dgm:t>
        <a:bodyPr/>
        <a:lstStyle/>
        <a:p>
          <a:pPr>
            <a:buNone/>
          </a:pPr>
          <a:r>
            <a:rPr lang="en-IN" b="1" dirty="0">
              <a:latin typeface="Agency FB" panose="020B0503020202020204" pitchFamily="34" charset="0"/>
            </a:rPr>
            <a:t>Margin Cosine Classification</a:t>
          </a:r>
        </a:p>
        <a:p>
          <a:pPr>
            <a:buNone/>
          </a:pPr>
          <a:r>
            <a:rPr lang="en-IN" dirty="0">
              <a:latin typeface="Agency FB" panose="020B0503020202020204" pitchFamily="34" charset="0"/>
            </a:rPr>
            <a:t>A cosine margin is incorporated into the </a:t>
          </a:r>
          <a:r>
            <a:rPr lang="en-IN" dirty="0" err="1">
              <a:latin typeface="Agency FB" panose="020B0503020202020204" pitchFamily="34" charset="0"/>
            </a:rPr>
            <a:t>Softmax</a:t>
          </a:r>
          <a:r>
            <a:rPr lang="en-IN" dirty="0">
              <a:latin typeface="Agency FB" panose="020B0503020202020204" pitchFamily="34" charset="0"/>
            </a:rPr>
            <a:t> classifier to increase the separation between features from different classes in angular space and make the learned features easier to classify.</a:t>
          </a:r>
        </a:p>
      </dgm:t>
    </dgm:pt>
    <dgm:pt modelId="{02AA5C4A-A2CC-45C3-B8F7-3453986E7185}" type="parTrans" cxnId="{45FA737F-82BC-4AC5-91C6-35473CA6149B}">
      <dgm:prSet/>
      <dgm:spPr/>
      <dgm:t>
        <a:bodyPr/>
        <a:lstStyle/>
        <a:p>
          <a:endParaRPr lang="en-IN">
            <a:latin typeface="Agency FB" panose="020B0503020202020204" pitchFamily="34" charset="0"/>
          </a:endParaRPr>
        </a:p>
      </dgm:t>
    </dgm:pt>
    <dgm:pt modelId="{BB1860D4-3497-46B0-8B36-9100AA9318D1}" type="sibTrans" cxnId="{45FA737F-82BC-4AC5-91C6-35473CA6149B}">
      <dgm:prSet/>
      <dgm:spPr/>
      <dgm:t>
        <a:bodyPr/>
        <a:lstStyle/>
        <a:p>
          <a:endParaRPr lang="en-IN">
            <a:latin typeface="Agency FB" panose="020B0503020202020204" pitchFamily="34" charset="0"/>
          </a:endParaRPr>
        </a:p>
      </dgm:t>
    </dgm:pt>
    <dgm:pt modelId="{17AD5591-FFA8-4506-84B3-76E027FC2D5C}" type="pres">
      <dgm:prSet presAssocID="{21243D24-34F8-4455-94BD-DF1DE222719E}" presName="CompostProcess" presStyleCnt="0">
        <dgm:presLayoutVars>
          <dgm:dir/>
          <dgm:resizeHandles val="exact"/>
        </dgm:presLayoutVars>
      </dgm:prSet>
      <dgm:spPr/>
    </dgm:pt>
    <dgm:pt modelId="{88A8BDCA-D8A7-4621-8529-9BC1F36DF8EF}" type="pres">
      <dgm:prSet presAssocID="{21243D24-34F8-4455-94BD-DF1DE222719E}" presName="arrow" presStyleLbl="bgShp" presStyleIdx="0" presStyleCnt="1"/>
      <dgm:spPr>
        <a:solidFill>
          <a:schemeClr val="bg1"/>
        </a:solidFill>
      </dgm:spPr>
    </dgm:pt>
    <dgm:pt modelId="{25DFABF9-4099-43BE-8D3C-31E58815C8B8}" type="pres">
      <dgm:prSet presAssocID="{21243D24-34F8-4455-94BD-DF1DE222719E}" presName="linearProcess" presStyleCnt="0"/>
      <dgm:spPr/>
    </dgm:pt>
    <dgm:pt modelId="{DEEED88A-D054-437C-ADDB-436460FA101F}" type="pres">
      <dgm:prSet presAssocID="{73E45D98-58E5-48EB-B5EB-32B11B26959A}" presName="textNode" presStyleLbl="node1" presStyleIdx="0" presStyleCnt="3">
        <dgm:presLayoutVars>
          <dgm:bulletEnabled val="1"/>
        </dgm:presLayoutVars>
      </dgm:prSet>
      <dgm:spPr/>
    </dgm:pt>
    <dgm:pt modelId="{99B66D7C-7C73-4A44-8005-0D5A03D248DD}" type="pres">
      <dgm:prSet presAssocID="{325F8FAB-CBB5-44C9-B9FD-99BED6778392}" presName="sibTrans" presStyleCnt="0"/>
      <dgm:spPr/>
    </dgm:pt>
    <dgm:pt modelId="{2682648B-712C-4722-B9C2-102449E2AE02}" type="pres">
      <dgm:prSet presAssocID="{8DF721F7-5D44-4E73-BD58-803431E0C44F}" presName="textNode" presStyleLbl="node1" presStyleIdx="1" presStyleCnt="3">
        <dgm:presLayoutVars>
          <dgm:bulletEnabled val="1"/>
        </dgm:presLayoutVars>
      </dgm:prSet>
      <dgm:spPr/>
    </dgm:pt>
    <dgm:pt modelId="{DA3E0630-8BF2-44C3-B775-B2DBD1C5AF2C}" type="pres">
      <dgm:prSet presAssocID="{EA8196C0-EDF8-4A5D-9F31-9A8BB4F4C7A6}" presName="sibTrans" presStyleCnt="0"/>
      <dgm:spPr/>
    </dgm:pt>
    <dgm:pt modelId="{09379BE5-5744-4D03-9D68-EA947DF80F4C}" type="pres">
      <dgm:prSet presAssocID="{8DA58D5E-1AA9-499D-879A-3E1E60126853}" presName="textNode" presStyleLbl="node1" presStyleIdx="2" presStyleCnt="3">
        <dgm:presLayoutVars>
          <dgm:bulletEnabled val="1"/>
        </dgm:presLayoutVars>
      </dgm:prSet>
      <dgm:spPr/>
    </dgm:pt>
  </dgm:ptLst>
  <dgm:cxnLst>
    <dgm:cxn modelId="{5F07940D-F08D-44A5-AA58-7014793666AE}" type="presOf" srcId="{73E45D98-58E5-48EB-B5EB-32B11B26959A}" destId="{DEEED88A-D054-437C-ADDB-436460FA101F}" srcOrd="0" destOrd="0" presId="urn:microsoft.com/office/officeart/2005/8/layout/hProcess9"/>
    <dgm:cxn modelId="{37478613-F74A-49D6-B98C-AE93AF394EC4}" type="presOf" srcId="{21243D24-34F8-4455-94BD-DF1DE222719E}" destId="{17AD5591-FFA8-4506-84B3-76E027FC2D5C}" srcOrd="0" destOrd="0" presId="urn:microsoft.com/office/officeart/2005/8/layout/hProcess9"/>
    <dgm:cxn modelId="{E5D2CE38-99F3-4DA3-996B-153E0A0188F4}" type="presOf" srcId="{8DF721F7-5D44-4E73-BD58-803431E0C44F}" destId="{2682648B-712C-4722-B9C2-102449E2AE02}" srcOrd="0" destOrd="0" presId="urn:microsoft.com/office/officeart/2005/8/layout/hProcess9"/>
    <dgm:cxn modelId="{500F0452-7716-4953-8EA8-0D7CEEBBEABD}" srcId="{21243D24-34F8-4455-94BD-DF1DE222719E}" destId="{73E45D98-58E5-48EB-B5EB-32B11B26959A}" srcOrd="0" destOrd="0" parTransId="{5A77DC72-0413-4098-A326-653EF7472F80}" sibTransId="{325F8FAB-CBB5-44C9-B9FD-99BED6778392}"/>
    <dgm:cxn modelId="{45FA737F-82BC-4AC5-91C6-35473CA6149B}" srcId="{21243D24-34F8-4455-94BD-DF1DE222719E}" destId="{8DA58D5E-1AA9-499D-879A-3E1E60126853}" srcOrd="2" destOrd="0" parTransId="{02AA5C4A-A2CC-45C3-B8F7-3453986E7185}" sibTransId="{BB1860D4-3497-46B0-8B36-9100AA9318D1}"/>
    <dgm:cxn modelId="{67648682-97FE-45AD-B26E-A290588B1D35}" type="presOf" srcId="{8DA58D5E-1AA9-499D-879A-3E1E60126853}" destId="{09379BE5-5744-4D03-9D68-EA947DF80F4C}" srcOrd="0" destOrd="0" presId="urn:microsoft.com/office/officeart/2005/8/layout/hProcess9"/>
    <dgm:cxn modelId="{0FE27AD7-5F11-4309-8C8C-11FF2DDE709F}" srcId="{21243D24-34F8-4455-94BD-DF1DE222719E}" destId="{8DF721F7-5D44-4E73-BD58-803431E0C44F}" srcOrd="1" destOrd="0" parTransId="{F5988F82-D692-4CD7-A37F-9D42C6BFF55A}" sibTransId="{EA8196C0-EDF8-4A5D-9F31-9A8BB4F4C7A6}"/>
    <dgm:cxn modelId="{61F143C8-A3BE-41FD-96C8-12850AEB4DB7}" type="presParOf" srcId="{17AD5591-FFA8-4506-84B3-76E027FC2D5C}" destId="{88A8BDCA-D8A7-4621-8529-9BC1F36DF8EF}" srcOrd="0" destOrd="0" presId="urn:microsoft.com/office/officeart/2005/8/layout/hProcess9"/>
    <dgm:cxn modelId="{D2D76C7B-E3BF-43A5-9BFA-8A887EE157E5}" type="presParOf" srcId="{17AD5591-FFA8-4506-84B3-76E027FC2D5C}" destId="{25DFABF9-4099-43BE-8D3C-31E58815C8B8}" srcOrd="1" destOrd="0" presId="urn:microsoft.com/office/officeart/2005/8/layout/hProcess9"/>
    <dgm:cxn modelId="{40F2ABBF-2F52-4559-A654-4AD0FDFEDC88}" type="presParOf" srcId="{25DFABF9-4099-43BE-8D3C-31E58815C8B8}" destId="{DEEED88A-D054-437C-ADDB-436460FA101F}" srcOrd="0" destOrd="0" presId="urn:microsoft.com/office/officeart/2005/8/layout/hProcess9"/>
    <dgm:cxn modelId="{4EDF89D5-46B2-4D0A-96C6-607DFB799004}" type="presParOf" srcId="{25DFABF9-4099-43BE-8D3C-31E58815C8B8}" destId="{99B66D7C-7C73-4A44-8005-0D5A03D248DD}" srcOrd="1" destOrd="0" presId="urn:microsoft.com/office/officeart/2005/8/layout/hProcess9"/>
    <dgm:cxn modelId="{D26F2C50-2837-4366-A2A8-D602C6DFBC6E}" type="presParOf" srcId="{25DFABF9-4099-43BE-8D3C-31E58815C8B8}" destId="{2682648B-712C-4722-B9C2-102449E2AE02}" srcOrd="2" destOrd="0" presId="urn:microsoft.com/office/officeart/2005/8/layout/hProcess9"/>
    <dgm:cxn modelId="{64493B80-739A-4653-9C22-8AA0141A850F}" type="presParOf" srcId="{25DFABF9-4099-43BE-8D3C-31E58815C8B8}" destId="{DA3E0630-8BF2-44C3-B775-B2DBD1C5AF2C}" srcOrd="3" destOrd="0" presId="urn:microsoft.com/office/officeart/2005/8/layout/hProcess9"/>
    <dgm:cxn modelId="{B4DEC094-8B41-4BF3-93C1-90698E895E23}" type="presParOf" srcId="{25DFABF9-4099-43BE-8D3C-31E58815C8B8}" destId="{09379BE5-5744-4D03-9D68-EA947DF80F4C}"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21243D24-34F8-4455-94BD-DF1DE222719E}" type="doc">
      <dgm:prSet loTypeId="urn:microsoft.com/office/officeart/2005/8/layout/hProcess9" loCatId="process" qsTypeId="urn:microsoft.com/office/officeart/2005/8/quickstyle/simple1" qsCatId="simple" csTypeId="urn:microsoft.com/office/officeart/2005/8/colors/colorful4" csCatId="colorful" phldr="1"/>
      <dgm:spPr/>
    </dgm:pt>
    <dgm:pt modelId="{73E45D98-58E5-48EB-B5EB-32B11B26959A}">
      <dgm:prSet phldrT="[Text]"/>
      <dgm:spPr/>
      <dgm:t>
        <a:bodyPr/>
        <a:lstStyle/>
        <a:p>
          <a:pPr>
            <a:buNone/>
          </a:pPr>
          <a:r>
            <a:rPr lang="en-IN" b="1" dirty="0">
              <a:latin typeface="Agency FB" panose="020B0503020202020204" pitchFamily="34" charset="0"/>
            </a:rPr>
            <a:t>Deep Feature Extraction</a:t>
          </a:r>
        </a:p>
        <a:p>
          <a:pPr>
            <a:buNone/>
          </a:pPr>
          <a:r>
            <a:rPr lang="en-IN" dirty="0">
              <a:latin typeface="Agency FB" panose="020B0503020202020204" pitchFamily="34" charset="0"/>
            </a:rPr>
            <a:t>A stacked/deep autoencoder learns hierarchical representations from high-dimensional medical hyperspectral data.</a:t>
          </a:r>
        </a:p>
      </dgm:t>
    </dgm:pt>
    <dgm:pt modelId="{5A77DC72-0413-4098-A326-653EF7472F80}" type="parTrans" cxnId="{500F0452-7716-4953-8EA8-0D7CEEBBEABD}">
      <dgm:prSet/>
      <dgm:spPr/>
      <dgm:t>
        <a:bodyPr/>
        <a:lstStyle/>
        <a:p>
          <a:endParaRPr lang="en-IN">
            <a:latin typeface="Agency FB" panose="020B0503020202020204" pitchFamily="34" charset="0"/>
          </a:endParaRPr>
        </a:p>
      </dgm:t>
    </dgm:pt>
    <dgm:pt modelId="{325F8FAB-CBB5-44C9-B9FD-99BED6778392}" type="sibTrans" cxnId="{500F0452-7716-4953-8EA8-0D7CEEBBEABD}">
      <dgm:prSet/>
      <dgm:spPr/>
      <dgm:t>
        <a:bodyPr/>
        <a:lstStyle/>
        <a:p>
          <a:endParaRPr lang="en-IN">
            <a:latin typeface="Agency FB" panose="020B0503020202020204" pitchFamily="34" charset="0"/>
          </a:endParaRPr>
        </a:p>
      </dgm:t>
    </dgm:pt>
    <dgm:pt modelId="{8DF721F7-5D44-4E73-BD58-803431E0C44F}">
      <dgm:prSet phldrT="[Text]"/>
      <dgm:spPr>
        <a:blipFill>
          <a:blip xmlns:r="http://schemas.openxmlformats.org/officeDocument/2006/relationships" r:embed="rId1"/>
          <a:stretch>
            <a:fillRect/>
          </a:stretch>
        </a:blipFill>
      </dgm:spPr>
      <dgm:t>
        <a:bodyPr/>
        <a:lstStyle/>
        <a:p>
          <a:r>
            <a:rPr lang="en-IN">
              <a:noFill/>
            </a:rPr>
            <a:t> </a:t>
          </a:r>
        </a:p>
      </dgm:t>
    </dgm:pt>
    <dgm:pt modelId="{F5988F82-D692-4CD7-A37F-9D42C6BFF55A}" type="parTrans" cxnId="{0FE27AD7-5F11-4309-8C8C-11FF2DDE709F}">
      <dgm:prSet/>
      <dgm:spPr/>
      <dgm:t>
        <a:bodyPr/>
        <a:lstStyle/>
        <a:p>
          <a:endParaRPr lang="en-IN">
            <a:latin typeface="Agency FB" panose="020B0503020202020204" pitchFamily="34" charset="0"/>
          </a:endParaRPr>
        </a:p>
      </dgm:t>
    </dgm:pt>
    <dgm:pt modelId="{EA8196C0-EDF8-4A5D-9F31-9A8BB4F4C7A6}" type="sibTrans" cxnId="{0FE27AD7-5F11-4309-8C8C-11FF2DDE709F}">
      <dgm:prSet/>
      <dgm:spPr/>
      <dgm:t>
        <a:bodyPr/>
        <a:lstStyle/>
        <a:p>
          <a:endParaRPr lang="en-IN">
            <a:latin typeface="Agency FB" panose="020B0503020202020204" pitchFamily="34" charset="0"/>
          </a:endParaRPr>
        </a:p>
      </dgm:t>
    </dgm:pt>
    <dgm:pt modelId="{8DA58D5E-1AA9-499D-879A-3E1E60126853}">
      <dgm:prSet phldrT="[Text]"/>
      <dgm:spPr/>
      <dgm:t>
        <a:bodyPr/>
        <a:lstStyle/>
        <a:p>
          <a:pPr>
            <a:buNone/>
          </a:pPr>
          <a:r>
            <a:rPr lang="en-IN" b="1" dirty="0">
              <a:latin typeface="Agency FB" panose="020B0503020202020204" pitchFamily="34" charset="0"/>
            </a:rPr>
            <a:t>Margin Cosine Classification</a:t>
          </a:r>
        </a:p>
        <a:p>
          <a:pPr>
            <a:buNone/>
          </a:pPr>
          <a:r>
            <a:rPr lang="en-IN" dirty="0">
              <a:latin typeface="Agency FB" panose="020B0503020202020204" pitchFamily="34" charset="0"/>
            </a:rPr>
            <a:t>A cosine margin is incorporated into the </a:t>
          </a:r>
          <a:r>
            <a:rPr lang="en-IN" dirty="0" err="1">
              <a:latin typeface="Agency FB" panose="020B0503020202020204" pitchFamily="34" charset="0"/>
            </a:rPr>
            <a:t>Softmax</a:t>
          </a:r>
          <a:r>
            <a:rPr lang="en-IN" dirty="0">
              <a:latin typeface="Agency FB" panose="020B0503020202020204" pitchFamily="34" charset="0"/>
            </a:rPr>
            <a:t> classifier to increase the separation between features from different classes in angular space and make the learned features easier to classify.</a:t>
          </a:r>
        </a:p>
      </dgm:t>
    </dgm:pt>
    <dgm:pt modelId="{02AA5C4A-A2CC-45C3-B8F7-3453986E7185}" type="parTrans" cxnId="{45FA737F-82BC-4AC5-91C6-35473CA6149B}">
      <dgm:prSet/>
      <dgm:spPr/>
      <dgm:t>
        <a:bodyPr/>
        <a:lstStyle/>
        <a:p>
          <a:endParaRPr lang="en-IN">
            <a:latin typeface="Agency FB" panose="020B0503020202020204" pitchFamily="34" charset="0"/>
          </a:endParaRPr>
        </a:p>
      </dgm:t>
    </dgm:pt>
    <dgm:pt modelId="{BB1860D4-3497-46B0-8B36-9100AA9318D1}" type="sibTrans" cxnId="{45FA737F-82BC-4AC5-91C6-35473CA6149B}">
      <dgm:prSet/>
      <dgm:spPr/>
      <dgm:t>
        <a:bodyPr/>
        <a:lstStyle/>
        <a:p>
          <a:endParaRPr lang="en-IN">
            <a:latin typeface="Agency FB" panose="020B0503020202020204" pitchFamily="34" charset="0"/>
          </a:endParaRPr>
        </a:p>
      </dgm:t>
    </dgm:pt>
    <dgm:pt modelId="{17AD5591-FFA8-4506-84B3-76E027FC2D5C}" type="pres">
      <dgm:prSet presAssocID="{21243D24-34F8-4455-94BD-DF1DE222719E}" presName="CompostProcess" presStyleCnt="0">
        <dgm:presLayoutVars>
          <dgm:dir/>
          <dgm:resizeHandles val="exact"/>
        </dgm:presLayoutVars>
      </dgm:prSet>
      <dgm:spPr/>
    </dgm:pt>
    <dgm:pt modelId="{88A8BDCA-D8A7-4621-8529-9BC1F36DF8EF}" type="pres">
      <dgm:prSet presAssocID="{21243D24-34F8-4455-94BD-DF1DE222719E}" presName="arrow" presStyleLbl="bgShp" presStyleIdx="0" presStyleCnt="1"/>
      <dgm:spPr>
        <a:solidFill>
          <a:schemeClr val="bg1"/>
        </a:solidFill>
      </dgm:spPr>
    </dgm:pt>
    <dgm:pt modelId="{25DFABF9-4099-43BE-8D3C-31E58815C8B8}" type="pres">
      <dgm:prSet presAssocID="{21243D24-34F8-4455-94BD-DF1DE222719E}" presName="linearProcess" presStyleCnt="0"/>
      <dgm:spPr/>
    </dgm:pt>
    <dgm:pt modelId="{DEEED88A-D054-437C-ADDB-436460FA101F}" type="pres">
      <dgm:prSet presAssocID="{73E45D98-58E5-48EB-B5EB-32B11B26959A}" presName="textNode" presStyleLbl="node1" presStyleIdx="0" presStyleCnt="3">
        <dgm:presLayoutVars>
          <dgm:bulletEnabled val="1"/>
        </dgm:presLayoutVars>
      </dgm:prSet>
      <dgm:spPr/>
    </dgm:pt>
    <dgm:pt modelId="{99B66D7C-7C73-4A44-8005-0D5A03D248DD}" type="pres">
      <dgm:prSet presAssocID="{325F8FAB-CBB5-44C9-B9FD-99BED6778392}" presName="sibTrans" presStyleCnt="0"/>
      <dgm:spPr/>
    </dgm:pt>
    <dgm:pt modelId="{2682648B-712C-4722-B9C2-102449E2AE02}" type="pres">
      <dgm:prSet presAssocID="{8DF721F7-5D44-4E73-BD58-803431E0C44F}" presName="textNode" presStyleLbl="node1" presStyleIdx="1" presStyleCnt="3">
        <dgm:presLayoutVars>
          <dgm:bulletEnabled val="1"/>
        </dgm:presLayoutVars>
      </dgm:prSet>
      <dgm:spPr/>
    </dgm:pt>
    <dgm:pt modelId="{DA3E0630-8BF2-44C3-B775-B2DBD1C5AF2C}" type="pres">
      <dgm:prSet presAssocID="{EA8196C0-EDF8-4A5D-9F31-9A8BB4F4C7A6}" presName="sibTrans" presStyleCnt="0"/>
      <dgm:spPr/>
    </dgm:pt>
    <dgm:pt modelId="{09379BE5-5744-4D03-9D68-EA947DF80F4C}" type="pres">
      <dgm:prSet presAssocID="{8DA58D5E-1AA9-499D-879A-3E1E60126853}" presName="textNode" presStyleLbl="node1" presStyleIdx="2" presStyleCnt="3">
        <dgm:presLayoutVars>
          <dgm:bulletEnabled val="1"/>
        </dgm:presLayoutVars>
      </dgm:prSet>
      <dgm:spPr/>
    </dgm:pt>
  </dgm:ptLst>
  <dgm:cxnLst>
    <dgm:cxn modelId="{5F07940D-F08D-44A5-AA58-7014793666AE}" type="presOf" srcId="{73E45D98-58E5-48EB-B5EB-32B11B26959A}" destId="{DEEED88A-D054-437C-ADDB-436460FA101F}" srcOrd="0" destOrd="0" presId="urn:microsoft.com/office/officeart/2005/8/layout/hProcess9"/>
    <dgm:cxn modelId="{37478613-F74A-49D6-B98C-AE93AF394EC4}" type="presOf" srcId="{21243D24-34F8-4455-94BD-DF1DE222719E}" destId="{17AD5591-FFA8-4506-84B3-76E027FC2D5C}" srcOrd="0" destOrd="0" presId="urn:microsoft.com/office/officeart/2005/8/layout/hProcess9"/>
    <dgm:cxn modelId="{E5D2CE38-99F3-4DA3-996B-153E0A0188F4}" type="presOf" srcId="{8DF721F7-5D44-4E73-BD58-803431E0C44F}" destId="{2682648B-712C-4722-B9C2-102449E2AE02}" srcOrd="0" destOrd="0" presId="urn:microsoft.com/office/officeart/2005/8/layout/hProcess9"/>
    <dgm:cxn modelId="{500F0452-7716-4953-8EA8-0D7CEEBBEABD}" srcId="{21243D24-34F8-4455-94BD-DF1DE222719E}" destId="{73E45D98-58E5-48EB-B5EB-32B11B26959A}" srcOrd="0" destOrd="0" parTransId="{5A77DC72-0413-4098-A326-653EF7472F80}" sibTransId="{325F8FAB-CBB5-44C9-B9FD-99BED6778392}"/>
    <dgm:cxn modelId="{45FA737F-82BC-4AC5-91C6-35473CA6149B}" srcId="{21243D24-34F8-4455-94BD-DF1DE222719E}" destId="{8DA58D5E-1AA9-499D-879A-3E1E60126853}" srcOrd="2" destOrd="0" parTransId="{02AA5C4A-A2CC-45C3-B8F7-3453986E7185}" sibTransId="{BB1860D4-3497-46B0-8B36-9100AA9318D1}"/>
    <dgm:cxn modelId="{67648682-97FE-45AD-B26E-A290588B1D35}" type="presOf" srcId="{8DA58D5E-1AA9-499D-879A-3E1E60126853}" destId="{09379BE5-5744-4D03-9D68-EA947DF80F4C}" srcOrd="0" destOrd="0" presId="urn:microsoft.com/office/officeart/2005/8/layout/hProcess9"/>
    <dgm:cxn modelId="{0FE27AD7-5F11-4309-8C8C-11FF2DDE709F}" srcId="{21243D24-34F8-4455-94BD-DF1DE222719E}" destId="{8DF721F7-5D44-4E73-BD58-803431E0C44F}" srcOrd="1" destOrd="0" parTransId="{F5988F82-D692-4CD7-A37F-9D42C6BFF55A}" sibTransId="{EA8196C0-EDF8-4A5D-9F31-9A8BB4F4C7A6}"/>
    <dgm:cxn modelId="{61F143C8-A3BE-41FD-96C8-12850AEB4DB7}" type="presParOf" srcId="{17AD5591-FFA8-4506-84B3-76E027FC2D5C}" destId="{88A8BDCA-D8A7-4621-8529-9BC1F36DF8EF}" srcOrd="0" destOrd="0" presId="urn:microsoft.com/office/officeart/2005/8/layout/hProcess9"/>
    <dgm:cxn modelId="{D2D76C7B-E3BF-43A5-9BFA-8A887EE157E5}" type="presParOf" srcId="{17AD5591-FFA8-4506-84B3-76E027FC2D5C}" destId="{25DFABF9-4099-43BE-8D3C-31E58815C8B8}" srcOrd="1" destOrd="0" presId="urn:microsoft.com/office/officeart/2005/8/layout/hProcess9"/>
    <dgm:cxn modelId="{40F2ABBF-2F52-4559-A654-4AD0FDFEDC88}" type="presParOf" srcId="{25DFABF9-4099-43BE-8D3C-31E58815C8B8}" destId="{DEEED88A-D054-437C-ADDB-436460FA101F}" srcOrd="0" destOrd="0" presId="urn:microsoft.com/office/officeart/2005/8/layout/hProcess9"/>
    <dgm:cxn modelId="{4EDF89D5-46B2-4D0A-96C6-607DFB799004}" type="presParOf" srcId="{25DFABF9-4099-43BE-8D3C-31E58815C8B8}" destId="{99B66D7C-7C73-4A44-8005-0D5A03D248DD}" srcOrd="1" destOrd="0" presId="urn:microsoft.com/office/officeart/2005/8/layout/hProcess9"/>
    <dgm:cxn modelId="{D26F2C50-2837-4366-A2A8-D602C6DFBC6E}" type="presParOf" srcId="{25DFABF9-4099-43BE-8D3C-31E58815C8B8}" destId="{2682648B-712C-4722-B9C2-102449E2AE02}" srcOrd="2" destOrd="0" presId="urn:microsoft.com/office/officeart/2005/8/layout/hProcess9"/>
    <dgm:cxn modelId="{64493B80-739A-4653-9C22-8AA0141A850F}" type="presParOf" srcId="{25DFABF9-4099-43BE-8D3C-31E58815C8B8}" destId="{DA3E0630-8BF2-44C3-B775-B2DBD1C5AF2C}" srcOrd="3" destOrd="0" presId="urn:microsoft.com/office/officeart/2005/8/layout/hProcess9"/>
    <dgm:cxn modelId="{B4DEC094-8B41-4BF3-93C1-90698E895E23}" type="presParOf" srcId="{25DFABF9-4099-43BE-8D3C-31E58815C8B8}" destId="{09379BE5-5744-4D03-9D68-EA947DF80F4C}"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FB137-0A15-416D-A630-7A219DD7E348}">
      <dsp:nvSpPr>
        <dsp:cNvPr id="0" name=""/>
        <dsp:cNvSpPr/>
      </dsp:nvSpPr>
      <dsp:spPr>
        <a:xfrm>
          <a:off x="4522" y="2288775"/>
          <a:ext cx="1401859" cy="84111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latin typeface="Agency FB" panose="020B0503020202020204" pitchFamily="34" charset="0"/>
            </a:rPr>
            <a:t>Input Spectrum</a:t>
          </a:r>
        </a:p>
      </dsp:txBody>
      <dsp:txXfrm>
        <a:off x="29157" y="2313410"/>
        <a:ext cx="1352589" cy="791845"/>
      </dsp:txXfrm>
    </dsp:sp>
    <dsp:sp modelId="{4C7249B2-1FEC-4D9A-8942-2DCF53A06319}">
      <dsp:nvSpPr>
        <dsp:cNvPr id="0" name=""/>
        <dsp:cNvSpPr/>
      </dsp:nvSpPr>
      <dsp:spPr>
        <a:xfrm>
          <a:off x="1546567" y="2535502"/>
          <a:ext cx="297194" cy="347661"/>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latin typeface="Agency FB" panose="020B0503020202020204" pitchFamily="34" charset="0"/>
          </a:endParaRPr>
        </a:p>
      </dsp:txBody>
      <dsp:txXfrm>
        <a:off x="1546567" y="2605034"/>
        <a:ext cx="208036" cy="208597"/>
      </dsp:txXfrm>
    </dsp:sp>
    <dsp:sp modelId="{27372669-C3E7-4E3E-8F1D-31E1437B015B}">
      <dsp:nvSpPr>
        <dsp:cNvPr id="0" name=""/>
        <dsp:cNvSpPr/>
      </dsp:nvSpPr>
      <dsp:spPr>
        <a:xfrm>
          <a:off x="1967125" y="2288775"/>
          <a:ext cx="1401859" cy="841115"/>
        </a:xfrm>
        <a:prstGeom prst="roundRect">
          <a:avLst>
            <a:gd name="adj" fmla="val 10000"/>
          </a:avLst>
        </a:prstGeom>
        <a:solidFill>
          <a:schemeClr val="accent4">
            <a:hueOff val="1649984"/>
            <a:satOff val="-7300"/>
            <a:lumOff val="-1226"/>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a:latin typeface="Agency FB" panose="020B0503020202020204" pitchFamily="34" charset="0"/>
            </a:rPr>
            <a:t>Encoder</a:t>
          </a:r>
        </a:p>
      </dsp:txBody>
      <dsp:txXfrm>
        <a:off x="1991760" y="2313410"/>
        <a:ext cx="1352589" cy="791845"/>
      </dsp:txXfrm>
    </dsp:sp>
    <dsp:sp modelId="{FAC867FC-1CD0-4490-BC9A-1BC9F93EC425}">
      <dsp:nvSpPr>
        <dsp:cNvPr id="0" name=""/>
        <dsp:cNvSpPr/>
      </dsp:nvSpPr>
      <dsp:spPr>
        <a:xfrm>
          <a:off x="3509171" y="2535502"/>
          <a:ext cx="297194" cy="347661"/>
        </a:xfrm>
        <a:prstGeom prst="rightArrow">
          <a:avLst>
            <a:gd name="adj1" fmla="val 60000"/>
            <a:gd name="adj2" fmla="val 50000"/>
          </a:avLst>
        </a:prstGeom>
        <a:solidFill>
          <a:schemeClr val="accent4">
            <a:hueOff val="2199979"/>
            <a:satOff val="-9734"/>
            <a:lumOff val="-163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latin typeface="Agency FB" panose="020B0503020202020204" pitchFamily="34" charset="0"/>
          </a:endParaRPr>
        </a:p>
      </dsp:txBody>
      <dsp:txXfrm>
        <a:off x="3509171" y="2605034"/>
        <a:ext cx="208036" cy="208597"/>
      </dsp:txXfrm>
    </dsp:sp>
    <dsp:sp modelId="{A5EDD1B0-53E7-4F02-9901-E8613861E7B1}">
      <dsp:nvSpPr>
        <dsp:cNvPr id="0" name=""/>
        <dsp:cNvSpPr/>
      </dsp:nvSpPr>
      <dsp:spPr>
        <a:xfrm>
          <a:off x="3929729" y="2288775"/>
          <a:ext cx="1401859" cy="841115"/>
        </a:xfrm>
        <a:prstGeom prst="roundRect">
          <a:avLst>
            <a:gd name="adj" fmla="val 10000"/>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a:latin typeface="Agency FB" panose="020B0503020202020204" pitchFamily="34" charset="0"/>
            </a:rPr>
            <a:t>Learned Features</a:t>
          </a:r>
        </a:p>
      </dsp:txBody>
      <dsp:txXfrm>
        <a:off x="3954364" y="2313410"/>
        <a:ext cx="1352589" cy="791845"/>
      </dsp:txXfrm>
    </dsp:sp>
    <dsp:sp modelId="{F45EFFC2-6CAE-4A76-84E4-127AB8ECD9F2}">
      <dsp:nvSpPr>
        <dsp:cNvPr id="0" name=""/>
        <dsp:cNvSpPr/>
      </dsp:nvSpPr>
      <dsp:spPr>
        <a:xfrm>
          <a:off x="5471775" y="2535502"/>
          <a:ext cx="297194" cy="347661"/>
        </a:xfrm>
        <a:prstGeom prst="rightArrow">
          <a:avLst>
            <a:gd name="adj1" fmla="val 60000"/>
            <a:gd name="adj2" fmla="val 50000"/>
          </a:avLst>
        </a:prstGeom>
        <a:solidFill>
          <a:schemeClr val="accent4">
            <a:hueOff val="4399958"/>
            <a:satOff val="-19468"/>
            <a:lumOff val="-32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latin typeface="Agency FB" panose="020B0503020202020204" pitchFamily="34" charset="0"/>
          </a:endParaRPr>
        </a:p>
      </dsp:txBody>
      <dsp:txXfrm>
        <a:off x="5471775" y="2605034"/>
        <a:ext cx="208036" cy="208597"/>
      </dsp:txXfrm>
    </dsp:sp>
    <dsp:sp modelId="{1DD6BAD1-B131-4680-B16D-1A75D37D6632}">
      <dsp:nvSpPr>
        <dsp:cNvPr id="0" name=""/>
        <dsp:cNvSpPr/>
      </dsp:nvSpPr>
      <dsp:spPr>
        <a:xfrm>
          <a:off x="5892333" y="2288775"/>
          <a:ext cx="1401859" cy="841115"/>
        </a:xfrm>
        <a:prstGeom prst="roundRect">
          <a:avLst>
            <a:gd name="adj" fmla="val 10000"/>
          </a:avLst>
        </a:prstGeom>
        <a:solidFill>
          <a:schemeClr val="accent4">
            <a:hueOff val="4949952"/>
            <a:satOff val="-21901"/>
            <a:lumOff val="-367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a:latin typeface="Agency FB" panose="020B0503020202020204" pitchFamily="34" charset="0"/>
            </a:rPr>
            <a:t>Decoder</a:t>
          </a:r>
        </a:p>
      </dsp:txBody>
      <dsp:txXfrm>
        <a:off x="5916968" y="2313410"/>
        <a:ext cx="1352589" cy="791845"/>
      </dsp:txXfrm>
    </dsp:sp>
    <dsp:sp modelId="{AC3E21BB-18D5-4C52-B401-9E9F1BCB1739}">
      <dsp:nvSpPr>
        <dsp:cNvPr id="0" name=""/>
        <dsp:cNvSpPr/>
      </dsp:nvSpPr>
      <dsp:spPr>
        <a:xfrm>
          <a:off x="7434379" y="2535502"/>
          <a:ext cx="297194" cy="347661"/>
        </a:xfrm>
        <a:prstGeom prst="rightArrow">
          <a:avLst>
            <a:gd name="adj1" fmla="val 60000"/>
            <a:gd name="adj2" fmla="val 50000"/>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66750">
            <a:lnSpc>
              <a:spcPct val="90000"/>
            </a:lnSpc>
            <a:spcBef>
              <a:spcPct val="0"/>
            </a:spcBef>
            <a:spcAft>
              <a:spcPct val="35000"/>
            </a:spcAft>
            <a:buNone/>
          </a:pPr>
          <a:endParaRPr lang="en-IN" sz="1500" b="1" kern="1200">
            <a:latin typeface="Agency FB" panose="020B0503020202020204" pitchFamily="34" charset="0"/>
          </a:endParaRPr>
        </a:p>
      </dsp:txBody>
      <dsp:txXfrm>
        <a:off x="7434379" y="2605034"/>
        <a:ext cx="208036" cy="208597"/>
      </dsp:txXfrm>
    </dsp:sp>
    <dsp:sp modelId="{7B0E76BA-B484-4D46-8C33-D9A89BD3ACFD}">
      <dsp:nvSpPr>
        <dsp:cNvPr id="0" name=""/>
        <dsp:cNvSpPr/>
      </dsp:nvSpPr>
      <dsp:spPr>
        <a:xfrm>
          <a:off x="7854937" y="2288775"/>
          <a:ext cx="1401859" cy="841115"/>
        </a:xfrm>
        <a:prstGeom prst="roundRect">
          <a:avLst>
            <a:gd name="adj" fmla="val 10000"/>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IN" sz="1900" b="1" kern="1200" dirty="0">
              <a:latin typeface="Agency FB" panose="020B0503020202020204" pitchFamily="34" charset="0"/>
            </a:rPr>
            <a:t>Reconstructed Spectrum</a:t>
          </a:r>
        </a:p>
      </dsp:txBody>
      <dsp:txXfrm>
        <a:off x="7879572" y="2313410"/>
        <a:ext cx="1352589" cy="7918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6FB137-0A15-416D-A630-7A219DD7E348}">
      <dsp:nvSpPr>
        <dsp:cNvPr id="0" name=""/>
        <dsp:cNvSpPr/>
      </dsp:nvSpPr>
      <dsp:spPr>
        <a:xfrm>
          <a:off x="1393" y="2563534"/>
          <a:ext cx="760831" cy="456498"/>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Input Spectrum</a:t>
          </a:r>
        </a:p>
      </dsp:txBody>
      <dsp:txXfrm>
        <a:off x="14763" y="2576904"/>
        <a:ext cx="734091" cy="429758"/>
      </dsp:txXfrm>
    </dsp:sp>
    <dsp:sp modelId="{4C7249B2-1FEC-4D9A-8942-2DCF53A06319}">
      <dsp:nvSpPr>
        <dsp:cNvPr id="0" name=""/>
        <dsp:cNvSpPr/>
      </dsp:nvSpPr>
      <dsp:spPr>
        <a:xfrm>
          <a:off x="838307" y="2697440"/>
          <a:ext cx="161296" cy="188686"/>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b="1" kern="1200">
            <a:latin typeface="Agency FB" panose="020B0503020202020204" pitchFamily="34" charset="0"/>
          </a:endParaRPr>
        </a:p>
      </dsp:txBody>
      <dsp:txXfrm>
        <a:off x="838307" y="2735177"/>
        <a:ext cx="112907" cy="113212"/>
      </dsp:txXfrm>
    </dsp:sp>
    <dsp:sp modelId="{27372669-C3E7-4E3E-8F1D-31E1437B015B}">
      <dsp:nvSpPr>
        <dsp:cNvPr id="0" name=""/>
        <dsp:cNvSpPr/>
      </dsp:nvSpPr>
      <dsp:spPr>
        <a:xfrm>
          <a:off x="1066556" y="2563534"/>
          <a:ext cx="760831" cy="456498"/>
        </a:xfrm>
        <a:prstGeom prst="roundRect">
          <a:avLst>
            <a:gd name="adj" fmla="val 10000"/>
          </a:avLst>
        </a:prstGeom>
        <a:solidFill>
          <a:schemeClr val="accent4">
            <a:hueOff val="659994"/>
            <a:satOff val="-2920"/>
            <a:lumOff val="-49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Encoder</a:t>
          </a:r>
        </a:p>
      </dsp:txBody>
      <dsp:txXfrm>
        <a:off x="1079926" y="2576904"/>
        <a:ext cx="734091" cy="429758"/>
      </dsp:txXfrm>
    </dsp:sp>
    <dsp:sp modelId="{FAC867FC-1CD0-4490-BC9A-1BC9F93EC425}">
      <dsp:nvSpPr>
        <dsp:cNvPr id="0" name=""/>
        <dsp:cNvSpPr/>
      </dsp:nvSpPr>
      <dsp:spPr>
        <a:xfrm>
          <a:off x="1903470" y="2697440"/>
          <a:ext cx="161296" cy="188686"/>
        </a:xfrm>
        <a:prstGeom prst="rightArrow">
          <a:avLst>
            <a:gd name="adj1" fmla="val 60000"/>
            <a:gd name="adj2" fmla="val 50000"/>
          </a:avLst>
        </a:prstGeom>
        <a:solidFill>
          <a:schemeClr val="accent4">
            <a:hueOff val="733326"/>
            <a:satOff val="-3245"/>
            <a:lumOff val="-5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b="1" kern="1200">
            <a:latin typeface="Agency FB" panose="020B0503020202020204" pitchFamily="34" charset="0"/>
          </a:endParaRPr>
        </a:p>
      </dsp:txBody>
      <dsp:txXfrm>
        <a:off x="1903470" y="2735177"/>
        <a:ext cx="112907" cy="113212"/>
      </dsp:txXfrm>
    </dsp:sp>
    <dsp:sp modelId="{A5EDD1B0-53E7-4F02-9901-E8613861E7B1}">
      <dsp:nvSpPr>
        <dsp:cNvPr id="0" name=""/>
        <dsp:cNvSpPr/>
      </dsp:nvSpPr>
      <dsp:spPr>
        <a:xfrm>
          <a:off x="2131720" y="2563534"/>
          <a:ext cx="760831" cy="456498"/>
        </a:xfrm>
        <a:prstGeom prst="roundRect">
          <a:avLst>
            <a:gd name="adj" fmla="val 10000"/>
          </a:avLst>
        </a:prstGeom>
        <a:solidFill>
          <a:schemeClr val="accent4">
            <a:hueOff val="1319987"/>
            <a:satOff val="-5840"/>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Learned Features</a:t>
          </a:r>
        </a:p>
      </dsp:txBody>
      <dsp:txXfrm>
        <a:off x="2145090" y="2576904"/>
        <a:ext cx="734091" cy="429758"/>
      </dsp:txXfrm>
    </dsp:sp>
    <dsp:sp modelId="{F45EFFC2-6CAE-4A76-84E4-127AB8ECD9F2}">
      <dsp:nvSpPr>
        <dsp:cNvPr id="0" name=""/>
        <dsp:cNvSpPr/>
      </dsp:nvSpPr>
      <dsp:spPr>
        <a:xfrm>
          <a:off x="2968634" y="2697440"/>
          <a:ext cx="161296" cy="188686"/>
        </a:xfrm>
        <a:prstGeom prst="rightArrow">
          <a:avLst>
            <a:gd name="adj1" fmla="val 60000"/>
            <a:gd name="adj2" fmla="val 50000"/>
          </a:avLst>
        </a:prstGeom>
        <a:solidFill>
          <a:schemeClr val="accent4">
            <a:hueOff val="1466653"/>
            <a:satOff val="-6489"/>
            <a:lumOff val="-109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b="1" kern="1200">
            <a:latin typeface="Agency FB" panose="020B0503020202020204" pitchFamily="34" charset="0"/>
          </a:endParaRPr>
        </a:p>
      </dsp:txBody>
      <dsp:txXfrm>
        <a:off x="2968634" y="2735177"/>
        <a:ext cx="112907" cy="113212"/>
      </dsp:txXfrm>
    </dsp:sp>
    <dsp:sp modelId="{1DD6BAD1-B131-4680-B16D-1A75D37D6632}">
      <dsp:nvSpPr>
        <dsp:cNvPr id="0" name=""/>
        <dsp:cNvSpPr/>
      </dsp:nvSpPr>
      <dsp:spPr>
        <a:xfrm>
          <a:off x="3196883" y="2563534"/>
          <a:ext cx="760831" cy="456498"/>
        </a:xfrm>
        <a:prstGeom prst="roundRect">
          <a:avLst>
            <a:gd name="adj" fmla="val 10000"/>
          </a:avLst>
        </a:prstGeom>
        <a:solidFill>
          <a:schemeClr val="accent4">
            <a:hueOff val="1979981"/>
            <a:satOff val="-8761"/>
            <a:lumOff val="-147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Encoder</a:t>
          </a:r>
        </a:p>
      </dsp:txBody>
      <dsp:txXfrm>
        <a:off x="3210253" y="2576904"/>
        <a:ext cx="734091" cy="429758"/>
      </dsp:txXfrm>
    </dsp:sp>
    <dsp:sp modelId="{AC3E21BB-18D5-4C52-B401-9E9F1BCB1739}">
      <dsp:nvSpPr>
        <dsp:cNvPr id="0" name=""/>
        <dsp:cNvSpPr/>
      </dsp:nvSpPr>
      <dsp:spPr>
        <a:xfrm>
          <a:off x="4033797" y="2697440"/>
          <a:ext cx="161296" cy="188686"/>
        </a:xfrm>
        <a:prstGeom prst="rightArrow">
          <a:avLst>
            <a:gd name="adj1" fmla="val 60000"/>
            <a:gd name="adj2" fmla="val 50000"/>
          </a:avLst>
        </a:prstGeom>
        <a:solidFill>
          <a:schemeClr val="accent4">
            <a:hueOff val="2199979"/>
            <a:satOff val="-9734"/>
            <a:lumOff val="-163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b="1" kern="1200">
            <a:latin typeface="Agency FB" panose="020B0503020202020204" pitchFamily="34" charset="0"/>
          </a:endParaRPr>
        </a:p>
      </dsp:txBody>
      <dsp:txXfrm>
        <a:off x="4033797" y="2735177"/>
        <a:ext cx="112907" cy="113212"/>
      </dsp:txXfrm>
    </dsp:sp>
    <dsp:sp modelId="{303CCFB1-4205-4AD2-84F1-797C92926A55}">
      <dsp:nvSpPr>
        <dsp:cNvPr id="0" name=""/>
        <dsp:cNvSpPr/>
      </dsp:nvSpPr>
      <dsp:spPr>
        <a:xfrm>
          <a:off x="4262047" y="2563534"/>
          <a:ext cx="760831" cy="456498"/>
        </a:xfrm>
        <a:prstGeom prst="roundRect">
          <a:avLst>
            <a:gd name="adj" fmla="val 10000"/>
          </a:avLst>
        </a:prstGeom>
        <a:solidFill>
          <a:schemeClr val="accent4">
            <a:hueOff val="2639975"/>
            <a:satOff val="-11681"/>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Learned Features</a:t>
          </a:r>
        </a:p>
      </dsp:txBody>
      <dsp:txXfrm>
        <a:off x="4275417" y="2576904"/>
        <a:ext cx="734091" cy="429758"/>
      </dsp:txXfrm>
    </dsp:sp>
    <dsp:sp modelId="{EA120AED-98DA-4390-A0B0-5C980133D094}">
      <dsp:nvSpPr>
        <dsp:cNvPr id="0" name=""/>
        <dsp:cNvSpPr/>
      </dsp:nvSpPr>
      <dsp:spPr>
        <a:xfrm>
          <a:off x="5098961" y="2697440"/>
          <a:ext cx="161296" cy="188686"/>
        </a:xfrm>
        <a:prstGeom prst="rightArrow">
          <a:avLst>
            <a:gd name="adj1" fmla="val 60000"/>
            <a:gd name="adj2" fmla="val 50000"/>
          </a:avLst>
        </a:prstGeom>
        <a:solidFill>
          <a:schemeClr val="accent4">
            <a:hueOff val="2933305"/>
            <a:satOff val="-12979"/>
            <a:lumOff val="-217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5098961" y="2735177"/>
        <a:ext cx="112907" cy="113212"/>
      </dsp:txXfrm>
    </dsp:sp>
    <dsp:sp modelId="{EF6A6D24-9FB6-428D-AD57-706C43417B76}">
      <dsp:nvSpPr>
        <dsp:cNvPr id="0" name=""/>
        <dsp:cNvSpPr/>
      </dsp:nvSpPr>
      <dsp:spPr>
        <a:xfrm>
          <a:off x="5327210" y="2563534"/>
          <a:ext cx="760831" cy="456498"/>
        </a:xfrm>
        <a:prstGeom prst="roundRect">
          <a:avLst>
            <a:gd name="adj" fmla="val 10000"/>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a:latin typeface="Agency FB" panose="020B0503020202020204" pitchFamily="34" charset="0"/>
            </a:rPr>
            <a:t>Encoder</a:t>
          </a:r>
          <a:endParaRPr lang="en-IN" sz="1000" b="1" kern="1200" dirty="0">
            <a:latin typeface="Agency FB" panose="020B0503020202020204" pitchFamily="34" charset="0"/>
          </a:endParaRPr>
        </a:p>
      </dsp:txBody>
      <dsp:txXfrm>
        <a:off x="5340580" y="2576904"/>
        <a:ext cx="734091" cy="429758"/>
      </dsp:txXfrm>
    </dsp:sp>
    <dsp:sp modelId="{F701C0A8-25D1-4323-8FC9-CBC8B59FDADD}">
      <dsp:nvSpPr>
        <dsp:cNvPr id="0" name=""/>
        <dsp:cNvSpPr/>
      </dsp:nvSpPr>
      <dsp:spPr>
        <a:xfrm>
          <a:off x="6164124" y="2697440"/>
          <a:ext cx="161296" cy="188686"/>
        </a:xfrm>
        <a:prstGeom prst="rightArrow">
          <a:avLst>
            <a:gd name="adj1" fmla="val 60000"/>
            <a:gd name="adj2" fmla="val 50000"/>
          </a:avLst>
        </a:prstGeom>
        <a:solidFill>
          <a:schemeClr val="accent4">
            <a:hueOff val="3666632"/>
            <a:satOff val="-16223"/>
            <a:lumOff val="-272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6164124" y="2735177"/>
        <a:ext cx="112907" cy="113212"/>
      </dsp:txXfrm>
    </dsp:sp>
    <dsp:sp modelId="{BEB699FB-FB69-4982-B7E0-CE435888F6FE}">
      <dsp:nvSpPr>
        <dsp:cNvPr id="0" name=""/>
        <dsp:cNvSpPr/>
      </dsp:nvSpPr>
      <dsp:spPr>
        <a:xfrm>
          <a:off x="6392373" y="2563534"/>
          <a:ext cx="760831" cy="456498"/>
        </a:xfrm>
        <a:prstGeom prst="roundRect">
          <a:avLst>
            <a:gd name="adj" fmla="val 10000"/>
          </a:avLst>
        </a:prstGeom>
        <a:solidFill>
          <a:schemeClr val="accent4">
            <a:hueOff val="3959962"/>
            <a:satOff val="-17521"/>
            <a:lumOff val="-294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Learned Features</a:t>
          </a:r>
        </a:p>
      </dsp:txBody>
      <dsp:txXfrm>
        <a:off x="6405743" y="2576904"/>
        <a:ext cx="734091" cy="429758"/>
      </dsp:txXfrm>
    </dsp:sp>
    <dsp:sp modelId="{B516B8F0-4E19-4134-A7F5-095E11DF0C84}">
      <dsp:nvSpPr>
        <dsp:cNvPr id="0" name=""/>
        <dsp:cNvSpPr/>
      </dsp:nvSpPr>
      <dsp:spPr>
        <a:xfrm>
          <a:off x="7229288" y="2697440"/>
          <a:ext cx="161296" cy="188686"/>
        </a:xfrm>
        <a:prstGeom prst="rightArrow">
          <a:avLst>
            <a:gd name="adj1" fmla="val 60000"/>
            <a:gd name="adj2" fmla="val 50000"/>
          </a:avLst>
        </a:prstGeom>
        <a:solidFill>
          <a:schemeClr val="accent4">
            <a:hueOff val="4399958"/>
            <a:satOff val="-19468"/>
            <a:lumOff val="-326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7229288" y="2735177"/>
        <a:ext cx="112907" cy="113212"/>
      </dsp:txXfrm>
    </dsp:sp>
    <dsp:sp modelId="{DC115AB4-A6BA-46F9-A167-590C2F168609}">
      <dsp:nvSpPr>
        <dsp:cNvPr id="0" name=""/>
        <dsp:cNvSpPr/>
      </dsp:nvSpPr>
      <dsp:spPr>
        <a:xfrm>
          <a:off x="7457537" y="2563534"/>
          <a:ext cx="760831" cy="456498"/>
        </a:xfrm>
        <a:prstGeom prst="roundRect">
          <a:avLst>
            <a:gd name="adj" fmla="val 10000"/>
          </a:avLst>
        </a:prstGeom>
        <a:solidFill>
          <a:schemeClr val="accent4">
            <a:hueOff val="4619956"/>
            <a:satOff val="-20441"/>
            <a:lumOff val="-343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a:latin typeface="Agency FB" panose="020B0503020202020204" pitchFamily="34" charset="0"/>
            </a:rPr>
            <a:t>Encoder</a:t>
          </a:r>
          <a:endParaRPr lang="en-IN" sz="1000" b="1" kern="1200" dirty="0">
            <a:latin typeface="Agency FB" panose="020B0503020202020204" pitchFamily="34" charset="0"/>
          </a:endParaRPr>
        </a:p>
      </dsp:txBody>
      <dsp:txXfrm>
        <a:off x="7470907" y="2576904"/>
        <a:ext cx="734091" cy="429758"/>
      </dsp:txXfrm>
    </dsp:sp>
    <dsp:sp modelId="{2F39ED7B-EBF1-465A-BF62-8BE29C9CA9F9}">
      <dsp:nvSpPr>
        <dsp:cNvPr id="0" name=""/>
        <dsp:cNvSpPr/>
      </dsp:nvSpPr>
      <dsp:spPr>
        <a:xfrm>
          <a:off x="8294451" y="2697440"/>
          <a:ext cx="161296" cy="188686"/>
        </a:xfrm>
        <a:prstGeom prst="rightArrow">
          <a:avLst>
            <a:gd name="adj1" fmla="val 60000"/>
            <a:gd name="adj2" fmla="val 50000"/>
          </a:avLst>
        </a:prstGeom>
        <a:solidFill>
          <a:schemeClr val="accent4">
            <a:hueOff val="5133284"/>
            <a:satOff val="-22713"/>
            <a:lumOff val="-381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8294451" y="2735177"/>
        <a:ext cx="112907" cy="113212"/>
      </dsp:txXfrm>
    </dsp:sp>
    <dsp:sp modelId="{23E9C7B4-B47B-4C57-B762-5429C5D51EF3}">
      <dsp:nvSpPr>
        <dsp:cNvPr id="0" name=""/>
        <dsp:cNvSpPr/>
      </dsp:nvSpPr>
      <dsp:spPr>
        <a:xfrm>
          <a:off x="8522700" y="2563534"/>
          <a:ext cx="760831" cy="456498"/>
        </a:xfrm>
        <a:prstGeom prst="roundRect">
          <a:avLst>
            <a:gd name="adj" fmla="val 10000"/>
          </a:avLst>
        </a:prstGeom>
        <a:solidFill>
          <a:schemeClr val="accent4">
            <a:hueOff val="5279950"/>
            <a:satOff val="-23362"/>
            <a:lumOff val="-3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a:latin typeface="Agency FB" panose="020B0503020202020204" pitchFamily="34" charset="0"/>
            </a:rPr>
            <a:t>Learned Features</a:t>
          </a:r>
          <a:endParaRPr lang="en-IN" sz="1000" b="1" kern="1200" dirty="0">
            <a:latin typeface="Agency FB" panose="020B0503020202020204" pitchFamily="34" charset="0"/>
          </a:endParaRPr>
        </a:p>
      </dsp:txBody>
      <dsp:txXfrm>
        <a:off x="8536070" y="2576904"/>
        <a:ext cx="734091" cy="429758"/>
      </dsp:txXfrm>
    </dsp:sp>
    <dsp:sp modelId="{760BB55E-6348-4D38-A8C4-FA63649A1A3A}">
      <dsp:nvSpPr>
        <dsp:cNvPr id="0" name=""/>
        <dsp:cNvSpPr/>
      </dsp:nvSpPr>
      <dsp:spPr>
        <a:xfrm>
          <a:off x="9359614" y="2697440"/>
          <a:ext cx="161296" cy="188686"/>
        </a:xfrm>
        <a:prstGeom prst="rightArrow">
          <a:avLst>
            <a:gd name="adj1" fmla="val 60000"/>
            <a:gd name="adj2" fmla="val 50000"/>
          </a:avLst>
        </a:prstGeom>
        <a:solidFill>
          <a:schemeClr val="accent4">
            <a:hueOff val="5866610"/>
            <a:satOff val="-25957"/>
            <a:lumOff val="-4358"/>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9359614" y="2735177"/>
        <a:ext cx="112907" cy="113212"/>
      </dsp:txXfrm>
    </dsp:sp>
    <dsp:sp modelId="{82FD78A3-073D-4E81-9060-1B5F3C715A9B}">
      <dsp:nvSpPr>
        <dsp:cNvPr id="0" name=""/>
        <dsp:cNvSpPr/>
      </dsp:nvSpPr>
      <dsp:spPr>
        <a:xfrm>
          <a:off x="9587864" y="2563534"/>
          <a:ext cx="760831" cy="456498"/>
        </a:xfrm>
        <a:prstGeom prst="roundRect">
          <a:avLst>
            <a:gd name="adj" fmla="val 10000"/>
          </a:avLst>
        </a:prstGeom>
        <a:solidFill>
          <a:schemeClr val="accent4">
            <a:hueOff val="5939943"/>
            <a:satOff val="-26282"/>
            <a:lumOff val="-441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a:latin typeface="Agency FB" panose="020B0503020202020204" pitchFamily="34" charset="0"/>
            </a:rPr>
            <a:t>Decoder</a:t>
          </a:r>
          <a:endParaRPr lang="en-IN" sz="1000" b="1" kern="1200" dirty="0">
            <a:latin typeface="Agency FB" panose="020B0503020202020204" pitchFamily="34" charset="0"/>
          </a:endParaRPr>
        </a:p>
      </dsp:txBody>
      <dsp:txXfrm>
        <a:off x="9601234" y="2576904"/>
        <a:ext cx="734091" cy="429758"/>
      </dsp:txXfrm>
    </dsp:sp>
    <dsp:sp modelId="{CF165C92-734B-456B-8B91-5BC3190D903B}">
      <dsp:nvSpPr>
        <dsp:cNvPr id="0" name=""/>
        <dsp:cNvSpPr/>
      </dsp:nvSpPr>
      <dsp:spPr>
        <a:xfrm>
          <a:off x="10424778" y="2697440"/>
          <a:ext cx="161296" cy="188686"/>
        </a:xfrm>
        <a:prstGeom prst="rightArrow">
          <a:avLst>
            <a:gd name="adj1" fmla="val 60000"/>
            <a:gd name="adj2" fmla="val 50000"/>
          </a:avLst>
        </a:prstGeom>
        <a:solidFill>
          <a:schemeClr val="accent4">
            <a:hueOff val="6599937"/>
            <a:satOff val="-29202"/>
            <a:lumOff val="-4903"/>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10424778" y="2735177"/>
        <a:ext cx="112907" cy="113212"/>
      </dsp:txXfrm>
    </dsp:sp>
    <dsp:sp modelId="{7B0E76BA-B484-4D46-8C33-D9A89BD3ACFD}">
      <dsp:nvSpPr>
        <dsp:cNvPr id="0" name=""/>
        <dsp:cNvSpPr/>
      </dsp:nvSpPr>
      <dsp:spPr>
        <a:xfrm>
          <a:off x="10653027" y="2563534"/>
          <a:ext cx="760831" cy="456498"/>
        </a:xfrm>
        <a:prstGeom prst="roundRect">
          <a:avLst>
            <a:gd name="adj" fmla="val 10000"/>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IN" sz="1000" b="1" kern="1200" dirty="0">
              <a:latin typeface="Agency FB" panose="020B0503020202020204" pitchFamily="34" charset="0"/>
            </a:rPr>
            <a:t>Reconstructed Spectrum</a:t>
          </a:r>
        </a:p>
      </dsp:txBody>
      <dsp:txXfrm>
        <a:off x="10666397" y="2576904"/>
        <a:ext cx="734091" cy="42975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9EAFF2-B92E-41A8-8687-CF85B3D83732}">
      <dsp:nvSpPr>
        <dsp:cNvPr id="0" name=""/>
        <dsp:cNvSpPr/>
      </dsp:nvSpPr>
      <dsp:spPr>
        <a:xfrm>
          <a:off x="271778" y="732112"/>
          <a:ext cx="2070649" cy="634837"/>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latin typeface="Agency FB" panose="020B0503020202020204" pitchFamily="34" charset="0"/>
            </a:rPr>
            <a:t>Features that are simultaneously</a:t>
          </a:r>
        </a:p>
      </dsp:txBody>
      <dsp:txXfrm>
        <a:off x="290372" y="750706"/>
        <a:ext cx="2033461" cy="597649"/>
      </dsp:txXfrm>
    </dsp:sp>
    <dsp:sp modelId="{3D0D3E62-BFF9-47A8-99F9-E109D262F0A3}">
      <dsp:nvSpPr>
        <dsp:cNvPr id="0" name=""/>
        <dsp:cNvSpPr/>
      </dsp:nvSpPr>
      <dsp:spPr>
        <a:xfrm rot="18289469">
          <a:off x="2151693" y="657279"/>
          <a:ext cx="889339" cy="54438"/>
        </a:xfrm>
        <a:custGeom>
          <a:avLst/>
          <a:gdLst/>
          <a:ahLst/>
          <a:cxnLst/>
          <a:rect l="0" t="0" r="0" b="0"/>
          <a:pathLst>
            <a:path>
              <a:moveTo>
                <a:pt x="0" y="27219"/>
              </a:moveTo>
              <a:lnTo>
                <a:pt x="889339" y="27219"/>
              </a:lnTo>
            </a:path>
          </a:pathLst>
        </a:custGeom>
        <a:noFill/>
        <a:ln w="19050" cap="flat" cmpd="sng" algn="ctr">
          <a:solidFill>
            <a:schemeClr val="bg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1" kern="1200">
            <a:latin typeface="Agency FB" panose="020B0503020202020204" pitchFamily="34" charset="0"/>
          </a:endParaRPr>
        </a:p>
      </dsp:txBody>
      <dsp:txXfrm>
        <a:off x="2574129" y="662265"/>
        <a:ext cx="44466" cy="44466"/>
      </dsp:txXfrm>
    </dsp:sp>
    <dsp:sp modelId="{79FCBF6B-3DE2-49D6-A916-09ADE99B4DC4}">
      <dsp:nvSpPr>
        <dsp:cNvPr id="0" name=""/>
        <dsp:cNvSpPr/>
      </dsp:nvSpPr>
      <dsp:spPr>
        <a:xfrm>
          <a:off x="2850298" y="2048"/>
          <a:ext cx="1289355" cy="634837"/>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latin typeface="Agency FB" panose="020B0503020202020204" pitchFamily="34" charset="0"/>
            </a:rPr>
            <a:t>Representative of the </a:t>
          </a:r>
        </a:p>
        <a:p>
          <a:pPr marL="0" lvl="0" indent="0" algn="ctr" defTabSz="533400">
            <a:lnSpc>
              <a:spcPct val="90000"/>
            </a:lnSpc>
            <a:spcBef>
              <a:spcPct val="0"/>
            </a:spcBef>
            <a:spcAft>
              <a:spcPct val="35000"/>
            </a:spcAft>
            <a:buNone/>
          </a:pPr>
          <a:r>
            <a:rPr lang="en-IN" sz="1200" b="1" kern="1200" dirty="0">
              <a:latin typeface="Agency FB" panose="020B0503020202020204" pitchFamily="34" charset="0"/>
            </a:rPr>
            <a:t>input</a:t>
          </a:r>
        </a:p>
      </dsp:txBody>
      <dsp:txXfrm>
        <a:off x="2868892" y="20642"/>
        <a:ext cx="1252167" cy="597649"/>
      </dsp:txXfrm>
    </dsp:sp>
    <dsp:sp modelId="{9F81B5B1-2DFA-4889-B0F3-74BD341C20BC}">
      <dsp:nvSpPr>
        <dsp:cNvPr id="0" name=""/>
        <dsp:cNvSpPr/>
      </dsp:nvSpPr>
      <dsp:spPr>
        <a:xfrm>
          <a:off x="2342428" y="1022311"/>
          <a:ext cx="507870" cy="54438"/>
        </a:xfrm>
        <a:custGeom>
          <a:avLst/>
          <a:gdLst/>
          <a:ahLst/>
          <a:cxnLst/>
          <a:rect l="0" t="0" r="0" b="0"/>
          <a:pathLst>
            <a:path>
              <a:moveTo>
                <a:pt x="0" y="27219"/>
              </a:moveTo>
              <a:lnTo>
                <a:pt x="507870" y="27219"/>
              </a:lnTo>
            </a:path>
          </a:pathLst>
        </a:custGeom>
        <a:noFill/>
        <a:ln w="19050" cap="flat" cmpd="sng" algn="ctr">
          <a:solidFill>
            <a:schemeClr val="bg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133350">
            <a:lnSpc>
              <a:spcPct val="90000"/>
            </a:lnSpc>
            <a:spcBef>
              <a:spcPct val="0"/>
            </a:spcBef>
            <a:spcAft>
              <a:spcPct val="35000"/>
            </a:spcAft>
            <a:buNone/>
          </a:pPr>
          <a:endParaRPr lang="en-IN" sz="300" b="1" kern="1200">
            <a:latin typeface="Agency FB" panose="020B0503020202020204" pitchFamily="34" charset="0"/>
          </a:endParaRPr>
        </a:p>
      </dsp:txBody>
      <dsp:txXfrm>
        <a:off x="2583666" y="1036834"/>
        <a:ext cx="25393" cy="25393"/>
      </dsp:txXfrm>
    </dsp:sp>
    <dsp:sp modelId="{06BBE659-89A8-4B8B-89D8-6F363470BAF4}">
      <dsp:nvSpPr>
        <dsp:cNvPr id="0" name=""/>
        <dsp:cNvSpPr/>
      </dsp:nvSpPr>
      <dsp:spPr>
        <a:xfrm>
          <a:off x="2850298" y="732112"/>
          <a:ext cx="1269675" cy="634837"/>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latin typeface="Agency FB" panose="020B0503020202020204" pitchFamily="34" charset="0"/>
            </a:rPr>
            <a:t>Sparse</a:t>
          </a:r>
        </a:p>
      </dsp:txBody>
      <dsp:txXfrm>
        <a:off x="2868892" y="750706"/>
        <a:ext cx="1232487" cy="597649"/>
      </dsp:txXfrm>
    </dsp:sp>
    <dsp:sp modelId="{DC9B00C1-0A84-4814-B5EC-0E6819E68A08}">
      <dsp:nvSpPr>
        <dsp:cNvPr id="0" name=""/>
        <dsp:cNvSpPr/>
      </dsp:nvSpPr>
      <dsp:spPr>
        <a:xfrm rot="3310531">
          <a:off x="2151693" y="1387343"/>
          <a:ext cx="889339" cy="54438"/>
        </a:xfrm>
        <a:custGeom>
          <a:avLst/>
          <a:gdLst/>
          <a:ahLst/>
          <a:cxnLst/>
          <a:rect l="0" t="0" r="0" b="0"/>
          <a:pathLst>
            <a:path>
              <a:moveTo>
                <a:pt x="0" y="27219"/>
              </a:moveTo>
              <a:lnTo>
                <a:pt x="889339" y="27219"/>
              </a:lnTo>
            </a:path>
          </a:pathLst>
        </a:custGeom>
        <a:noFill/>
        <a:ln w="19050" cap="flat" cmpd="sng" algn="ctr">
          <a:solidFill>
            <a:schemeClr val="bg1"/>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1" kern="1200">
            <a:latin typeface="Agency FB" panose="020B0503020202020204" pitchFamily="34" charset="0"/>
          </a:endParaRPr>
        </a:p>
      </dsp:txBody>
      <dsp:txXfrm>
        <a:off x="2574129" y="1392329"/>
        <a:ext cx="44466" cy="44466"/>
      </dsp:txXfrm>
    </dsp:sp>
    <dsp:sp modelId="{038DDE5E-295D-4175-A66E-29638A4EE0CC}">
      <dsp:nvSpPr>
        <dsp:cNvPr id="0" name=""/>
        <dsp:cNvSpPr/>
      </dsp:nvSpPr>
      <dsp:spPr>
        <a:xfrm>
          <a:off x="2850298" y="1462175"/>
          <a:ext cx="1269675" cy="634837"/>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b="1" kern="1200" dirty="0">
              <a:latin typeface="Agency FB" panose="020B0503020202020204" pitchFamily="34" charset="0"/>
            </a:rPr>
            <a:t>Compatible with the classifier</a:t>
          </a:r>
        </a:p>
      </dsp:txBody>
      <dsp:txXfrm>
        <a:off x="2868892" y="1480769"/>
        <a:ext cx="1232487" cy="59764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9D069-E212-42D5-8D00-9B93B4E26F61}">
      <dsp:nvSpPr>
        <dsp:cNvPr id="0" name=""/>
        <dsp:cNvSpPr/>
      </dsp:nvSpPr>
      <dsp:spPr>
        <a:xfrm>
          <a:off x="1803" y="154586"/>
          <a:ext cx="3845913" cy="3578502"/>
        </a:xfrm>
        <a:prstGeom prst="roundRect">
          <a:avLst>
            <a:gd name="adj" fmla="val 10000"/>
          </a:avLst>
        </a:prstGeom>
        <a:solidFill>
          <a:srgbClr val="7030A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Agency FB" panose="020B0503020202020204" pitchFamily="34" charset="0"/>
            </a:rPr>
            <a:t>Stage 1: Training the First </a:t>
          </a:r>
          <a14:m xmlns:a14="http://schemas.microsoft.com/office/drawing/2010/main">
            <m:oMath xmlns:m="http://schemas.openxmlformats.org/officeDocument/2006/math">
              <m:r>
                <a:rPr lang="en-IN" sz="1600" i="1" kern="1200">
                  <a:latin typeface="Cambria Math" panose="02040503050406030204" pitchFamily="18" charset="0"/>
                </a:rPr>
                <m:t>𝐽</m:t>
              </m:r>
              <m:r>
                <a:rPr lang="en-IN" sz="1600" i="0" kern="1200">
                  <a:latin typeface="Cambria Math" panose="02040503050406030204" pitchFamily="18" charset="0"/>
                </a:rPr>
                <m:t>−1</m:t>
              </m:r>
            </m:oMath>
          </a14:m>
          <a:r>
            <a:rPr lang="en-IN" sz="1600" b="1" kern="1200" dirty="0">
              <a:latin typeface="Agency FB" panose="020B0503020202020204" pitchFamily="34" charset="0"/>
            </a:rPr>
            <a:t>Layers</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In the first training stage, the initial </a:t>
          </a:r>
          <a14:m xmlns:a14="http://schemas.microsoft.com/office/drawing/2010/main">
            <m:oMath xmlns:m="http://schemas.openxmlformats.org/officeDocument/2006/math">
              <m:r>
                <a:rPr lang="en-IN" sz="1600" i="1" kern="1200">
                  <a:latin typeface="Cambria Math" panose="02040503050406030204" pitchFamily="18" charset="0"/>
                </a:rPr>
                <m:t>𝐽</m:t>
              </m:r>
              <m:r>
                <a:rPr lang="en-IN" sz="1600" i="0" kern="1200">
                  <a:latin typeface="Cambria Math" panose="02040503050406030204" pitchFamily="18" charset="0"/>
                </a:rPr>
                <m:t>−1</m:t>
              </m:r>
            </m:oMath>
          </a14:m>
          <a:r>
            <a:rPr lang="en-IN" sz="1600" kern="1200" dirty="0">
              <a:latin typeface="Agency FB" panose="020B0503020202020204" pitchFamily="34" charset="0"/>
            </a:rPr>
            <a:t>layers of the Deep Autoencoder are trained.</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These layers learn hierarchical deep representations from the original medical hyperspectral input.</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The output generated by the </a:t>
          </a:r>
          <a14:m xmlns:a14="http://schemas.microsoft.com/office/drawing/2010/main">
            <m:oMath xmlns:m="http://schemas.openxmlformats.org/officeDocument/2006/math">
              <m:sSup>
                <m:sSupPr>
                  <m:ctrlPr>
                    <a:rPr lang="en-IN" sz="1600" i="1" kern="1200">
                      <a:latin typeface="Cambria Math" panose="02040503050406030204" pitchFamily="18" charset="0"/>
                    </a:rPr>
                  </m:ctrlPr>
                </m:sSupPr>
                <m:e>
                  <m:d>
                    <m:dPr>
                      <m:ctrlPr>
                        <a:rPr lang="en-IN" sz="1600" i="1" kern="1200">
                          <a:latin typeface="Cambria Math" panose="02040503050406030204" pitchFamily="18" charset="0"/>
                        </a:rPr>
                      </m:ctrlPr>
                    </m:dPr>
                    <m:e>
                      <m:r>
                        <a:rPr lang="en-IN" sz="1600" i="1" kern="1200">
                          <a:latin typeface="Cambria Math" panose="02040503050406030204" pitchFamily="18" charset="0"/>
                        </a:rPr>
                        <m:t>𝐽</m:t>
                      </m:r>
                      <m:r>
                        <a:rPr lang="en-IN" sz="1600" i="0" kern="1200">
                          <a:latin typeface="Cambria Math" panose="02040503050406030204" pitchFamily="18" charset="0"/>
                        </a:rPr>
                        <m:t>−1</m:t>
                      </m:r>
                    </m:e>
                  </m:d>
                </m:e>
                <m:sup>
                  <m:r>
                    <a:rPr lang="en-IN" sz="1600" i="1" kern="1200">
                      <a:latin typeface="Cambria Math" panose="02040503050406030204" pitchFamily="18" charset="0"/>
                    </a:rPr>
                    <m:t>𝑡ℎ</m:t>
                  </m:r>
                </m:sup>
              </m:sSup>
            </m:oMath>
          </a14:m>
          <a:r>
            <a:rPr lang="en-IN" sz="1600" kern="1200" dirty="0">
              <a:latin typeface="Agency FB" panose="020B0503020202020204" pitchFamily="34" charset="0"/>
            </a:rPr>
            <a:t>layer becomes the learned representation that is passed to the final deepest layer.</a:t>
          </a:r>
        </a:p>
        <a:p>
          <a:pPr marL="0" lvl="0" indent="0" algn="ctr" defTabSz="711200">
            <a:lnSpc>
              <a:spcPct val="90000"/>
            </a:lnSpc>
            <a:spcBef>
              <a:spcPct val="0"/>
            </a:spcBef>
            <a:spcAft>
              <a:spcPct val="35000"/>
            </a:spcAft>
            <a:buNone/>
          </a:pPr>
          <a:r>
            <a:rPr lang="en-IN" sz="1600" b="1" kern="1200" dirty="0">
              <a:latin typeface="Agency FB" panose="020B0503020202020204" pitchFamily="34" charset="0"/>
            </a:rPr>
            <a:t>Purpose</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Learn an initial hierarchical representation of the medical hyperspectral data.</a:t>
          </a:r>
        </a:p>
      </dsp:txBody>
      <dsp:txXfrm>
        <a:off x="106614" y="259397"/>
        <a:ext cx="3636291" cy="3368880"/>
      </dsp:txXfrm>
    </dsp:sp>
    <dsp:sp modelId="{FC0CAF79-2C7E-450B-823E-AF14DDE7EF1D}">
      <dsp:nvSpPr>
        <dsp:cNvPr id="0" name=""/>
        <dsp:cNvSpPr/>
      </dsp:nvSpPr>
      <dsp:spPr>
        <a:xfrm>
          <a:off x="4232308" y="1466944"/>
          <a:ext cx="815333" cy="953786"/>
        </a:xfrm>
        <a:prstGeom prst="rightArrow">
          <a:avLst>
            <a:gd name="adj1" fmla="val 60000"/>
            <a:gd name="adj2" fmla="val 50000"/>
          </a:avLst>
        </a:prstGeom>
        <a:solidFill>
          <a:schemeClr val="bg1"/>
        </a:solidFill>
        <a:ln>
          <a:solidFill>
            <a:schemeClr val="bg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IN" sz="1300" kern="1200">
            <a:latin typeface="Agency FB" panose="020B0503020202020204" pitchFamily="34" charset="0"/>
          </a:endParaRPr>
        </a:p>
      </dsp:txBody>
      <dsp:txXfrm>
        <a:off x="4232308" y="1657701"/>
        <a:ext cx="570733" cy="572272"/>
      </dsp:txXfrm>
    </dsp:sp>
    <dsp:sp modelId="{B681EEAD-6655-4D8C-803F-151C4A528122}">
      <dsp:nvSpPr>
        <dsp:cNvPr id="0" name=""/>
        <dsp:cNvSpPr/>
      </dsp:nvSpPr>
      <dsp:spPr>
        <a:xfrm>
          <a:off x="5386082" y="154586"/>
          <a:ext cx="3845913" cy="3578502"/>
        </a:xfrm>
        <a:prstGeom prst="roundRect">
          <a:avLst>
            <a:gd name="adj" fmla="val 10000"/>
          </a:avLst>
        </a:prstGeom>
        <a:solidFill>
          <a:srgbClr val="002060"/>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IN" sz="1600" b="1" kern="1200" dirty="0">
              <a:latin typeface="Agency FB" panose="020B0503020202020204" pitchFamily="34" charset="0"/>
            </a:rPr>
            <a:t>Stage 2: Training the Deepest </a:t>
          </a:r>
          <a14:m xmlns:a14="http://schemas.microsoft.com/office/drawing/2010/main">
            <m:oMath xmlns:m="http://schemas.openxmlformats.org/officeDocument/2006/math">
              <m:sSup>
                <m:sSupPr>
                  <m:ctrlPr>
                    <a:rPr lang="en-IN" sz="1600" i="1" kern="1200">
                      <a:latin typeface="Cambria Math" panose="02040503050406030204" pitchFamily="18" charset="0"/>
                    </a:rPr>
                  </m:ctrlPr>
                </m:sSupPr>
                <m:e>
                  <m:r>
                    <a:rPr lang="en-IN" sz="1600" i="1" kern="1200">
                      <a:latin typeface="Cambria Math" panose="02040503050406030204" pitchFamily="18" charset="0"/>
                    </a:rPr>
                    <m:t>𝐽</m:t>
                  </m:r>
                </m:e>
                <m:sup>
                  <m:r>
                    <a:rPr lang="en-IN" sz="1600" i="1" kern="1200">
                      <a:latin typeface="Cambria Math" panose="02040503050406030204" pitchFamily="18" charset="0"/>
                    </a:rPr>
                    <m:t>𝑡ℎ</m:t>
                  </m:r>
                </m:sup>
              </m:sSup>
            </m:oMath>
          </a14:m>
          <a:r>
            <a:rPr lang="en-IN" sz="1600" b="1" kern="1200" dirty="0">
              <a:latin typeface="Agency FB" panose="020B0503020202020204" pitchFamily="34" charset="0"/>
            </a:rPr>
            <a:t>Layer</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In the second stage, the deepest </a:t>
          </a:r>
          <a14:m xmlns:a14="http://schemas.microsoft.com/office/drawing/2010/main">
            <m:oMath xmlns:m="http://schemas.openxmlformats.org/officeDocument/2006/math">
              <m:sSup>
                <m:sSupPr>
                  <m:ctrlPr>
                    <a:rPr lang="en-IN" sz="1600" i="1" kern="1200">
                      <a:latin typeface="Cambria Math" panose="02040503050406030204" pitchFamily="18" charset="0"/>
                    </a:rPr>
                  </m:ctrlPr>
                </m:sSupPr>
                <m:e>
                  <m:r>
                    <a:rPr lang="en-IN" sz="1600" i="1" kern="1200">
                      <a:latin typeface="Cambria Math" panose="02040503050406030204" pitchFamily="18" charset="0"/>
                    </a:rPr>
                    <m:t>𝐽</m:t>
                  </m:r>
                </m:e>
                <m:sup>
                  <m:r>
                    <a:rPr lang="en-IN" sz="1600" i="1" kern="1200">
                      <a:latin typeface="Cambria Math" panose="02040503050406030204" pitchFamily="18" charset="0"/>
                    </a:rPr>
                    <m:t>𝑡ℎ</m:t>
                  </m:r>
                </m:sup>
              </m:sSup>
            </m:oMath>
          </a14:m>
          <a:r>
            <a:rPr lang="en-IN" sz="1600" kern="1200" dirty="0">
              <a:latin typeface="Agency FB" panose="020B0503020202020204" pitchFamily="34" charset="0"/>
            </a:rPr>
            <a:t>layer is trained independently.</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The input </a:t>
          </a:r>
          <a14:m xmlns:a14="http://schemas.microsoft.com/office/drawing/2010/main">
            <m:oMath xmlns:m="http://schemas.openxmlformats.org/officeDocument/2006/math">
              <m:sSub>
                <m:sSubPr>
                  <m:ctrlPr>
                    <a:rPr lang="en-IN" sz="1600" i="1" kern="1200">
                      <a:latin typeface="Cambria Math" panose="02040503050406030204" pitchFamily="18" charset="0"/>
                    </a:rPr>
                  </m:ctrlPr>
                </m:sSubPr>
                <m:e>
                  <m:r>
                    <a:rPr lang="en-IN" sz="1600" i="1" kern="1200">
                      <a:latin typeface="Cambria Math" panose="02040503050406030204" pitchFamily="18" charset="0"/>
                    </a:rPr>
                    <m:t>𝐻</m:t>
                  </m:r>
                </m:e>
                <m:sub>
                  <m:r>
                    <a:rPr lang="en-IN" sz="1600" i="1" kern="1200">
                      <a:latin typeface="Cambria Math" panose="02040503050406030204" pitchFamily="18" charset="0"/>
                    </a:rPr>
                    <m:t>𝐽</m:t>
                  </m:r>
                </m:sub>
              </m:sSub>
            </m:oMath>
          </a14:m>
          <a:r>
            <a:rPr lang="en-IN" sz="1600" kern="1200" dirty="0">
              <a:latin typeface="Agency FB" panose="020B0503020202020204" pitchFamily="34" charset="0"/>
            </a:rPr>
            <a:t>for this stage is obtained from the output of the first </a:t>
          </a:r>
          <a14:m xmlns:a14="http://schemas.microsoft.com/office/drawing/2010/main">
            <m:oMath xmlns:m="http://schemas.openxmlformats.org/officeDocument/2006/math">
              <m:r>
                <a:rPr lang="en-IN" sz="1600" i="1" kern="1200">
                  <a:latin typeface="Cambria Math" panose="02040503050406030204" pitchFamily="18" charset="0"/>
                </a:rPr>
                <m:t>𝐽</m:t>
              </m:r>
              <m:r>
                <a:rPr lang="en-IN" sz="1600" i="0" kern="1200">
                  <a:latin typeface="Cambria Math" panose="02040503050406030204" pitchFamily="18" charset="0"/>
                </a:rPr>
                <m:t>−1</m:t>
              </m:r>
            </m:oMath>
          </a14:m>
          <a:r>
            <a:rPr lang="en-IN" sz="1600" kern="1200" dirty="0">
              <a:latin typeface="Agency FB" panose="020B0503020202020204" pitchFamily="34" charset="0"/>
            </a:rPr>
            <a:t>trained layers.</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At this deepest layer, DMCA simultaneously applies:</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Reconstruction learning </a:t>
          </a:r>
        </a:p>
        <a:p>
          <a:pPr marL="0" lvl="0" indent="0" algn="ctr" defTabSz="711200">
            <a:lnSpc>
              <a:spcPct val="90000"/>
            </a:lnSpc>
            <a:spcBef>
              <a:spcPct val="0"/>
            </a:spcBef>
            <a:spcAft>
              <a:spcPct val="35000"/>
            </a:spcAft>
            <a:buNone/>
          </a:pPr>
          <a14:m xmlns:a14="http://schemas.microsoft.com/office/drawing/2010/main">
            <m:oMath xmlns:m="http://schemas.openxmlformats.org/officeDocument/2006/math">
              <m:sSub>
                <m:sSubPr>
                  <m:ctrlPr>
                    <a:rPr lang="en-IN" sz="1600" i="1" kern="1200">
                      <a:latin typeface="Cambria Math" panose="02040503050406030204" pitchFamily="18" charset="0"/>
                    </a:rPr>
                  </m:ctrlPr>
                </m:sSubPr>
                <m:e>
                  <m:r>
                    <a:rPr lang="en-IN" sz="1600" i="1" kern="1200">
                      <a:latin typeface="Cambria Math" panose="02040503050406030204" pitchFamily="18" charset="0"/>
                    </a:rPr>
                    <m:t>𝐿</m:t>
                  </m:r>
                </m:e>
                <m:sub>
                  <m:r>
                    <a:rPr lang="en-IN" sz="1600" i="0" kern="1200">
                      <a:latin typeface="Cambria Math" panose="02040503050406030204" pitchFamily="18" charset="0"/>
                    </a:rPr>
                    <m:t>1</m:t>
                  </m:r>
                </m:sub>
              </m:sSub>
            </m:oMath>
          </a14:m>
          <a:r>
            <a:rPr lang="en-IN" sz="1600" kern="1200" dirty="0">
              <a:latin typeface="Agency FB" panose="020B0503020202020204" pitchFamily="34" charset="0"/>
            </a:rPr>
            <a:t>-based sparse regularization </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Margin cosine </a:t>
          </a:r>
          <a:r>
            <a:rPr lang="en-IN" sz="1600" kern="1200" dirty="0" err="1">
              <a:latin typeface="Agency FB" panose="020B0503020202020204" pitchFamily="34" charset="0"/>
            </a:rPr>
            <a:t>Softmax</a:t>
          </a:r>
          <a:r>
            <a:rPr lang="en-IN" sz="1600" kern="1200" dirty="0">
              <a:latin typeface="Agency FB" panose="020B0503020202020204" pitchFamily="34" charset="0"/>
            </a:rPr>
            <a:t> classification </a:t>
          </a:r>
        </a:p>
        <a:p>
          <a:pPr marL="0" lvl="0" indent="0" algn="ctr" defTabSz="711200">
            <a:lnSpc>
              <a:spcPct val="90000"/>
            </a:lnSpc>
            <a:spcBef>
              <a:spcPct val="0"/>
            </a:spcBef>
            <a:spcAft>
              <a:spcPct val="35000"/>
            </a:spcAft>
            <a:buNone/>
          </a:pPr>
          <a:r>
            <a:rPr lang="en-IN" sz="1600" kern="1200" dirty="0">
              <a:latin typeface="Agency FB" panose="020B0503020202020204" pitchFamily="34" charset="0"/>
            </a:rPr>
            <a:t>The paper describes this deepest layer as the unified layer where the deepest sparse autoencoder and the margin cosine term are integrated together.</a:t>
          </a:r>
        </a:p>
      </dsp:txBody>
      <dsp:txXfrm>
        <a:off x="5490893" y="259397"/>
        <a:ext cx="3636291" cy="33688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EF0B3D-F480-4709-ADCA-FF8471BFF373}">
      <dsp:nvSpPr>
        <dsp:cNvPr id="0" name=""/>
        <dsp:cNvSpPr/>
      </dsp:nvSpPr>
      <dsp:spPr>
        <a:xfrm>
          <a:off x="1436974" y="513"/>
          <a:ext cx="3682424" cy="2209454"/>
        </a:xfrm>
        <a:prstGeom prst="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gency FB" panose="020B0503020202020204" pitchFamily="34" charset="0"/>
            </a:rPr>
            <a:t>Overall Accuracy</a:t>
          </a:r>
        </a:p>
        <a:p>
          <a:pPr marL="0" lvl="0" indent="0" algn="ctr" defTabSz="889000">
            <a:lnSpc>
              <a:spcPct val="90000"/>
            </a:lnSpc>
            <a:spcBef>
              <a:spcPct val="0"/>
            </a:spcBef>
            <a:spcAft>
              <a:spcPct val="35000"/>
            </a:spcAft>
            <a:buNone/>
          </a:pPr>
          <a:r>
            <a:rPr lang="en-IN" sz="1800" kern="1200" dirty="0">
              <a:latin typeface="Agency FB" panose="020B0503020202020204" pitchFamily="34" charset="0"/>
            </a:rPr>
            <a:t>Overall Accuracy represents the percentage of all pixels that are classified correctly.</a:t>
          </a:r>
        </a:p>
        <a:p>
          <a:pPr marL="0" lvl="0" indent="0" algn="ctr" defTabSz="889000">
            <a:lnSpc>
              <a:spcPct val="90000"/>
            </a:lnSpc>
            <a:spcBef>
              <a:spcPct val="0"/>
            </a:spcBef>
            <a:spcAft>
              <a:spcPct val="35000"/>
            </a:spcAft>
            <a:buNone/>
          </a:pPr>
          <a:r>
            <a:rPr lang="en-IN" sz="1800" kern="1200" dirty="0">
              <a:latin typeface="Agency FB" panose="020B0503020202020204" pitchFamily="34" charset="0"/>
            </a:rPr>
            <a:t>OA= </a:t>
          </a:r>
          <a14:m xmlns:a14="http://schemas.microsoft.com/office/drawing/2010/main">
            <m:oMath xmlns:m="http://schemas.openxmlformats.org/officeDocument/2006/math">
              <m:f>
                <m:fPr>
                  <m:ctrlPr>
                    <a:rPr lang="en-IN" sz="1800" b="0" i="1" kern="1200" smtClean="0">
                      <a:latin typeface="Cambria Math" panose="02040503050406030204" pitchFamily="18" charset="0"/>
                    </a:rPr>
                  </m:ctrlPr>
                </m:fPr>
                <m:num>
                  <m:r>
                    <a:rPr lang="en-IN" sz="1800" b="0" i="1" kern="1200" smtClean="0">
                      <a:latin typeface="Cambria Math" panose="02040503050406030204" pitchFamily="18" charset="0"/>
                    </a:rPr>
                    <m:t>𝑁𝑢𝑚𝑏𝑒𝑟</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𝑜𝑓</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𝑐𝑜𝑟𝑟𝑒𝑐𝑡𝑙𝑦</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𝑖𝑑𝑒𝑛𝑡𝑖𝑓𝑖𝑒𝑑</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𝑝𝑖𝑥𝑒𝑙𝑠</m:t>
                  </m:r>
                </m:num>
                <m:den>
                  <m:r>
                    <a:rPr lang="en-IN" sz="1800" b="0" i="1" kern="1200" smtClean="0">
                      <a:latin typeface="Cambria Math" panose="02040503050406030204" pitchFamily="18" charset="0"/>
                    </a:rPr>
                    <m:t>𝑇𝑜𝑡𝑎𝑙</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𝑁𝑢𝑚𝑏𝑒𝑟</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𝑜𝑓</m:t>
                  </m:r>
                  <m:r>
                    <a:rPr lang="en-IN" sz="1800" b="0" i="1" kern="1200" smtClean="0">
                      <a:latin typeface="Cambria Math" panose="02040503050406030204" pitchFamily="18" charset="0"/>
                    </a:rPr>
                    <m:t> </m:t>
                  </m:r>
                  <m:r>
                    <a:rPr lang="en-IN" sz="1800" b="0" i="1" kern="1200" smtClean="0">
                      <a:latin typeface="Cambria Math" panose="02040503050406030204" pitchFamily="18" charset="0"/>
                    </a:rPr>
                    <m:t>𝑝𝑖𝑥𝑒𝑙𝑠</m:t>
                  </m:r>
                </m:den>
              </m:f>
            </m:oMath>
          </a14:m>
          <a:r>
            <a:rPr lang="en-IN" sz="1500" kern="1200" dirty="0"/>
            <a:t>​​</a:t>
          </a:r>
        </a:p>
      </dsp:txBody>
      <dsp:txXfrm>
        <a:off x="1436974" y="513"/>
        <a:ext cx="3682424" cy="2209454"/>
      </dsp:txXfrm>
    </dsp:sp>
    <dsp:sp modelId="{4BE36570-DAF8-4213-A186-77F9A05CDC43}">
      <dsp:nvSpPr>
        <dsp:cNvPr id="0" name=""/>
        <dsp:cNvSpPr/>
      </dsp:nvSpPr>
      <dsp:spPr>
        <a:xfrm>
          <a:off x="5487641" y="513"/>
          <a:ext cx="3682424" cy="2209454"/>
        </a:xfrm>
        <a:prstGeom prst="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gency FB" panose="020B0503020202020204" pitchFamily="34" charset="0"/>
            </a:rPr>
            <a:t>Average Accuracy</a:t>
          </a:r>
        </a:p>
        <a:p>
          <a:pPr marL="0" lvl="0" indent="0" algn="ctr" defTabSz="889000">
            <a:lnSpc>
              <a:spcPct val="90000"/>
            </a:lnSpc>
            <a:spcBef>
              <a:spcPct val="0"/>
            </a:spcBef>
            <a:spcAft>
              <a:spcPct val="35000"/>
            </a:spcAft>
            <a:buNone/>
          </a:pPr>
          <a:r>
            <a:rPr lang="en-IN" sz="1800" kern="1200" dirty="0">
              <a:latin typeface="Agency FB" panose="020B0503020202020204" pitchFamily="34" charset="0"/>
            </a:rPr>
            <a:t>Average Accuracy measures the classification accuracy of each class separately and then calculates their average.</a:t>
          </a:r>
        </a:p>
      </dsp:txBody>
      <dsp:txXfrm>
        <a:off x="5487641" y="513"/>
        <a:ext cx="3682424" cy="2209454"/>
      </dsp:txXfrm>
    </dsp:sp>
    <dsp:sp modelId="{17A943B5-1290-42CC-8F04-5B3558D85CE0}">
      <dsp:nvSpPr>
        <dsp:cNvPr id="0" name=""/>
        <dsp:cNvSpPr/>
      </dsp:nvSpPr>
      <dsp:spPr>
        <a:xfrm>
          <a:off x="3462307" y="2578210"/>
          <a:ext cx="3682424" cy="2209454"/>
        </a:xfrm>
        <a:prstGeom prst="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IN" sz="2000" b="1" kern="1200" dirty="0">
              <a:latin typeface="Agency FB" panose="020B0503020202020204" pitchFamily="34" charset="0"/>
            </a:rPr>
            <a:t>Kappa Coefficient</a:t>
          </a:r>
        </a:p>
        <a:p>
          <a:pPr marL="0" lvl="0" indent="0" algn="ctr" defTabSz="889000">
            <a:lnSpc>
              <a:spcPct val="90000"/>
            </a:lnSpc>
            <a:spcBef>
              <a:spcPct val="0"/>
            </a:spcBef>
            <a:spcAft>
              <a:spcPct val="35000"/>
            </a:spcAft>
            <a:buNone/>
          </a:pPr>
          <a:r>
            <a:rPr lang="en-IN" sz="1600" b="0" kern="1200" dirty="0">
              <a:latin typeface="Agency FB" panose="020B0503020202020204" pitchFamily="34" charset="0"/>
            </a:rPr>
            <a:t>The Kappa coefficient evaluates the agreement between the predicted classification and the ground truth while accounting for agreement that could occur by chance.</a:t>
          </a:r>
        </a:p>
        <a:p>
          <a:pPr marL="0" lvl="0" indent="0" algn="ctr" defTabSz="889000">
            <a:lnSpc>
              <a:spcPct val="90000"/>
            </a:lnSpc>
            <a:spcBef>
              <a:spcPct val="0"/>
            </a:spcBef>
            <a:spcAft>
              <a:spcPct val="35000"/>
            </a:spcAft>
            <a:buNone/>
          </a:pPr>
          <a:r>
            <a:rPr lang="en-IN" sz="1600" b="0" kern="1200" dirty="0">
              <a:latin typeface="Agency FB" panose="020B0503020202020204" pitchFamily="34" charset="0"/>
            </a:rPr>
            <a:t>A Kappa value </a:t>
          </a:r>
          <a:r>
            <a:rPr lang="en-IN" sz="1600" b="1" kern="1200" dirty="0">
              <a:latin typeface="Agency FB" panose="020B0503020202020204" pitchFamily="34" charset="0"/>
            </a:rPr>
            <a:t>closer to 1 </a:t>
          </a:r>
          <a:r>
            <a:rPr lang="en-IN" sz="1600" b="0" kern="1200" dirty="0">
              <a:latin typeface="Agency FB" panose="020B0503020202020204" pitchFamily="34" charset="0"/>
            </a:rPr>
            <a:t>indicates stronger agreement between predictions and ground truth.</a:t>
          </a:r>
        </a:p>
      </dsp:txBody>
      <dsp:txXfrm>
        <a:off x="3462307" y="2578210"/>
        <a:ext cx="3682424" cy="220945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A8BDCA-D8A7-4621-8529-9BC1F36DF8EF}">
      <dsp:nvSpPr>
        <dsp:cNvPr id="0" name=""/>
        <dsp:cNvSpPr/>
      </dsp:nvSpPr>
      <dsp:spPr>
        <a:xfrm>
          <a:off x="758481" y="0"/>
          <a:ext cx="8596123" cy="3729634"/>
        </a:xfrm>
        <a:prstGeom prst="rightArrow">
          <a:avLst/>
        </a:prstGeom>
        <a:solidFill>
          <a:schemeClr val="bg1"/>
        </a:solidFill>
        <a:ln>
          <a:noFill/>
        </a:ln>
        <a:effectLst/>
      </dsp:spPr>
      <dsp:style>
        <a:lnRef idx="0">
          <a:scrgbClr r="0" g="0" b="0"/>
        </a:lnRef>
        <a:fillRef idx="1">
          <a:scrgbClr r="0" g="0" b="0"/>
        </a:fillRef>
        <a:effectRef idx="0">
          <a:scrgbClr r="0" g="0" b="0"/>
        </a:effectRef>
        <a:fontRef idx="minor"/>
      </dsp:style>
    </dsp:sp>
    <dsp:sp modelId="{DEEED88A-D054-437C-ADDB-436460FA101F}">
      <dsp:nvSpPr>
        <dsp:cNvPr id="0" name=""/>
        <dsp:cNvSpPr/>
      </dsp:nvSpPr>
      <dsp:spPr>
        <a:xfrm>
          <a:off x="10863" y="1118890"/>
          <a:ext cx="3255149" cy="1491853"/>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latin typeface="Agency FB" panose="020B0503020202020204" pitchFamily="34" charset="0"/>
            </a:rPr>
            <a:t>Deep Feature Extraction</a:t>
          </a:r>
        </a:p>
        <a:p>
          <a:pPr marL="0" lvl="0" indent="0" algn="ctr" defTabSz="666750">
            <a:lnSpc>
              <a:spcPct val="90000"/>
            </a:lnSpc>
            <a:spcBef>
              <a:spcPct val="0"/>
            </a:spcBef>
            <a:spcAft>
              <a:spcPct val="35000"/>
            </a:spcAft>
            <a:buNone/>
          </a:pPr>
          <a:r>
            <a:rPr lang="en-IN" sz="1500" kern="1200" dirty="0">
              <a:latin typeface="Agency FB" panose="020B0503020202020204" pitchFamily="34" charset="0"/>
            </a:rPr>
            <a:t>A stacked/deep autoencoder learns hierarchical representations from high-dimensional medical hyperspectral data.</a:t>
          </a:r>
        </a:p>
      </dsp:txBody>
      <dsp:txXfrm>
        <a:off x="83689" y="1191716"/>
        <a:ext cx="3109497" cy="1346201"/>
      </dsp:txXfrm>
    </dsp:sp>
    <dsp:sp modelId="{2682648B-712C-4722-B9C2-102449E2AE02}">
      <dsp:nvSpPr>
        <dsp:cNvPr id="0" name=""/>
        <dsp:cNvSpPr/>
      </dsp:nvSpPr>
      <dsp:spPr>
        <a:xfrm>
          <a:off x="3428968" y="1118890"/>
          <a:ext cx="3255149" cy="1491853"/>
        </a:xfrm>
        <a:prstGeom prst="roundRect">
          <a:avLst/>
        </a:prstGeom>
        <a:solidFill>
          <a:schemeClr val="accent4">
            <a:hueOff val="3299968"/>
            <a:satOff val="-14601"/>
            <a:lumOff val="-245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latin typeface="Agency FB" panose="020B0503020202020204" pitchFamily="34" charset="0"/>
            </a:rPr>
            <a:t>Sparse Feature Learning</a:t>
          </a:r>
        </a:p>
        <a:p>
          <a:pPr marL="0" lvl="0" indent="0" algn="ctr" defTabSz="666750">
            <a:lnSpc>
              <a:spcPct val="90000"/>
            </a:lnSpc>
            <a:spcBef>
              <a:spcPct val="0"/>
            </a:spcBef>
            <a:spcAft>
              <a:spcPct val="35000"/>
            </a:spcAft>
            <a:buNone/>
          </a:pPr>
          <a:r>
            <a:rPr lang="en-IN" sz="1500" kern="1200" dirty="0">
              <a:latin typeface="Agency FB" panose="020B0503020202020204" pitchFamily="34" charset="0"/>
            </a:rPr>
            <a:t>An </a:t>
          </a:r>
          <a14:m xmlns:a14="http://schemas.microsoft.com/office/drawing/2010/main">
            <m:oMath xmlns:m="http://schemas.openxmlformats.org/officeDocument/2006/math">
              <m:sSub>
                <m:sSubPr>
                  <m:ctrlPr>
                    <a:rPr lang="en-IN" sz="1500" i="1" kern="1200">
                      <a:latin typeface="Cambria Math" panose="02040503050406030204" pitchFamily="18" charset="0"/>
                    </a:rPr>
                  </m:ctrlPr>
                </m:sSubPr>
                <m:e>
                  <m:r>
                    <a:rPr lang="en-IN" sz="1500" i="1" kern="1200">
                      <a:latin typeface="Cambria Math" panose="02040503050406030204" pitchFamily="18" charset="0"/>
                    </a:rPr>
                    <m:t>𝐿</m:t>
                  </m:r>
                </m:e>
                <m:sub>
                  <m:r>
                    <a:rPr lang="en-IN" sz="1500" i="0" kern="1200">
                      <a:latin typeface="Cambria Math" panose="02040503050406030204" pitchFamily="18" charset="0"/>
                    </a:rPr>
                    <m:t>1</m:t>
                  </m:r>
                </m:sub>
              </m:sSub>
            </m:oMath>
          </a14:m>
          <a:r>
            <a:rPr lang="en-IN" sz="1500" kern="1200" dirty="0">
              <a:latin typeface="Agency FB" panose="020B0503020202020204" pitchFamily="34" charset="0"/>
            </a:rPr>
            <a:t>-based </a:t>
          </a:r>
          <a:r>
            <a:rPr lang="en-IN" sz="1500" kern="1200" dirty="0" err="1">
              <a:latin typeface="Agency FB" panose="020B0503020202020204" pitchFamily="34" charset="0"/>
            </a:rPr>
            <a:t>regularizer</a:t>
          </a:r>
          <a:r>
            <a:rPr lang="en-IN" sz="1500" kern="1200" dirty="0">
              <a:latin typeface="Agency FB" panose="020B0503020202020204" pitchFamily="34" charset="0"/>
            </a:rPr>
            <a:t> is applied to the deepest feature layer to encourage sparse and selective representations.</a:t>
          </a:r>
        </a:p>
      </dsp:txBody>
      <dsp:txXfrm>
        <a:off x="3501794" y="1191716"/>
        <a:ext cx="3109497" cy="1346201"/>
      </dsp:txXfrm>
    </dsp:sp>
    <dsp:sp modelId="{09379BE5-5744-4D03-9D68-EA947DF80F4C}">
      <dsp:nvSpPr>
        <dsp:cNvPr id="0" name=""/>
        <dsp:cNvSpPr/>
      </dsp:nvSpPr>
      <dsp:spPr>
        <a:xfrm>
          <a:off x="6847072" y="1118890"/>
          <a:ext cx="3255149" cy="1491853"/>
        </a:xfrm>
        <a:prstGeom prst="roundRect">
          <a:avLst/>
        </a:prstGeom>
        <a:solidFill>
          <a:schemeClr val="accent4">
            <a:hueOff val="6599937"/>
            <a:satOff val="-29202"/>
            <a:lumOff val="-4903"/>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IN" sz="1500" b="1" kern="1200" dirty="0">
              <a:latin typeface="Agency FB" panose="020B0503020202020204" pitchFamily="34" charset="0"/>
            </a:rPr>
            <a:t>Margin Cosine Classification</a:t>
          </a:r>
        </a:p>
        <a:p>
          <a:pPr marL="0" lvl="0" indent="0" algn="ctr" defTabSz="666750">
            <a:lnSpc>
              <a:spcPct val="90000"/>
            </a:lnSpc>
            <a:spcBef>
              <a:spcPct val="0"/>
            </a:spcBef>
            <a:spcAft>
              <a:spcPct val="35000"/>
            </a:spcAft>
            <a:buNone/>
          </a:pPr>
          <a:r>
            <a:rPr lang="en-IN" sz="1500" kern="1200" dirty="0">
              <a:latin typeface="Agency FB" panose="020B0503020202020204" pitchFamily="34" charset="0"/>
            </a:rPr>
            <a:t>A cosine margin is incorporated into the </a:t>
          </a:r>
          <a:r>
            <a:rPr lang="en-IN" sz="1500" kern="1200" dirty="0" err="1">
              <a:latin typeface="Agency FB" panose="020B0503020202020204" pitchFamily="34" charset="0"/>
            </a:rPr>
            <a:t>Softmax</a:t>
          </a:r>
          <a:r>
            <a:rPr lang="en-IN" sz="1500" kern="1200" dirty="0">
              <a:latin typeface="Agency FB" panose="020B0503020202020204" pitchFamily="34" charset="0"/>
            </a:rPr>
            <a:t> classifier to increase the separation between features from different classes in angular space and make the learned features easier to classify.</a:t>
          </a:r>
        </a:p>
      </dsp:txBody>
      <dsp:txXfrm>
        <a:off x="6919898" y="1191716"/>
        <a:ext cx="3109497" cy="1346201"/>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50.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EE5056-ED1B-4674-8398-1B0DF57058DC}" type="datetimeFigureOut">
              <a:rPr lang="en-IN" smtClean="0"/>
              <a:t>03-09-2026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DD3877-6728-4A1D-9846-3F6A8E50C4B9}" type="slidenum">
              <a:rPr lang="en-IN" smtClean="0"/>
              <a:t>‹#›</a:t>
            </a:fld>
            <a:endParaRPr lang="en-IN"/>
          </a:p>
        </p:txBody>
      </p:sp>
    </p:spTree>
    <p:extLst>
      <p:ext uri="{BB962C8B-B14F-4D97-AF65-F5344CB8AC3E}">
        <p14:creationId xmlns:p14="http://schemas.microsoft.com/office/powerpoint/2010/main" val="2190044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DD3877-6728-4A1D-9846-3F6A8E50C4B9}" type="slidenum">
              <a:rPr lang="en-IN" smtClean="0"/>
              <a:t>4</a:t>
            </a:fld>
            <a:endParaRPr lang="en-IN"/>
          </a:p>
        </p:txBody>
      </p:sp>
    </p:spTree>
    <p:extLst>
      <p:ext uri="{BB962C8B-B14F-4D97-AF65-F5344CB8AC3E}">
        <p14:creationId xmlns:p14="http://schemas.microsoft.com/office/powerpoint/2010/main" val="407396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7DD3877-6728-4A1D-9846-3F6A8E50C4B9}" type="slidenum">
              <a:rPr lang="en-IN" smtClean="0"/>
              <a:t>8</a:t>
            </a:fld>
            <a:endParaRPr lang="en-IN"/>
          </a:p>
        </p:txBody>
      </p:sp>
    </p:spTree>
    <p:extLst>
      <p:ext uri="{BB962C8B-B14F-4D97-AF65-F5344CB8AC3E}">
        <p14:creationId xmlns:p14="http://schemas.microsoft.com/office/powerpoint/2010/main" val="629612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E1C09-8EB2-1708-A78F-2D2297399D0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ABBD979-5866-6E11-09F9-62A99B326B8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5EF2276-41C6-CABD-879A-D0C9A68CB82A}"/>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6B04A73F-48A5-EF3B-D005-9DBC33E3003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DAAA5C8-4D2D-F60D-01FB-08CAABAFB18F}"/>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14742537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0E8AD-A799-F84A-C418-6CB6695921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1EA9B4F-9A9F-79D4-E12B-E1C3A575EC7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811DA3-134F-1261-9672-F84E6B96B896}"/>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04E3692B-C2A0-9268-9B46-696195888E7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7CCB2C6-1CF8-57D4-D761-7E281B5290E3}"/>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797476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A674E-87FC-B9BB-656C-762FE94779B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D0F5E1A-1429-C77D-93A7-12C91CCD26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D181B-7803-7E00-352E-485BE586C3AF}"/>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4EA437E5-C582-4DD5-484D-0847E74FE2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EA77192-5435-58C1-70A3-60EBCD05C9FC}"/>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1747477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A0425-AD41-55BA-3E08-DA7ADA4F8E3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DBB95C-3401-F287-B680-91EF8A7EF49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F617CD5-5991-DC54-2E2E-78EF651A00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3C878C-0738-A88A-47F0-09F77817609C}"/>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6" name="Footer Placeholder 5">
            <a:extLst>
              <a:ext uri="{FF2B5EF4-FFF2-40B4-BE49-F238E27FC236}">
                <a16:creationId xmlns:a16="http://schemas.microsoft.com/office/drawing/2014/main" id="{EC25B264-5E93-6922-2E60-9830DB3F10B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0B3B4C1-A2CF-0BD5-F726-44D807DCC822}"/>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3137851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84E5C6-5B46-669A-A965-8605DA37F0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0D64D46-D36D-8827-A2C7-B340F982CD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9636AC-1520-A9D3-49EC-5B63A365A4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BF52D0-B018-17E1-638F-69200330CE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B98827C-25CC-CA3E-AE4A-F078A78B60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688DC82-3B0D-2D18-85C4-EB0658CD6D22}"/>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8" name="Footer Placeholder 7">
            <a:extLst>
              <a:ext uri="{FF2B5EF4-FFF2-40B4-BE49-F238E27FC236}">
                <a16:creationId xmlns:a16="http://schemas.microsoft.com/office/drawing/2014/main" id="{037864F7-F85C-7DEE-3349-65C92660E01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64F7B29-18D0-275D-3FB2-E7809D9AA6FE}"/>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23855847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2F3DE-ECF0-14BA-35A6-6DB72E65FBE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DAB6728-011B-C033-EABA-0118C2EE9BAC}"/>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4" name="Footer Placeholder 3">
            <a:extLst>
              <a:ext uri="{FF2B5EF4-FFF2-40B4-BE49-F238E27FC236}">
                <a16:creationId xmlns:a16="http://schemas.microsoft.com/office/drawing/2014/main" id="{DF494F7E-D3CB-106F-4D3B-4BB6784EDE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7957444-3775-5A86-B9E7-F34F942812CA}"/>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3054105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06A475-5FA0-2421-678F-3C1C2E851AEE}"/>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3" name="Footer Placeholder 2">
            <a:extLst>
              <a:ext uri="{FF2B5EF4-FFF2-40B4-BE49-F238E27FC236}">
                <a16:creationId xmlns:a16="http://schemas.microsoft.com/office/drawing/2014/main" id="{779E3C87-0E44-961D-822E-813588F023A0}"/>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2DB520-3F6D-073C-476E-A4AD773272F8}"/>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740968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CD8D1-7A18-95BA-A03D-3AA4031ABC7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D60EEBD-50E0-08A0-6793-F69756C1FE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165BB3-760F-EBB2-D8FF-3E423186E1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64D48EC-5000-0013-0475-DBAB2633EB48}"/>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6" name="Footer Placeholder 5">
            <a:extLst>
              <a:ext uri="{FF2B5EF4-FFF2-40B4-BE49-F238E27FC236}">
                <a16:creationId xmlns:a16="http://schemas.microsoft.com/office/drawing/2014/main" id="{7A02F272-D57A-923B-F4EB-7455F593CA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BBB328C-6866-1F65-80EA-36608BC27DC8}"/>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116134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370B0-0541-EC22-7510-C5C6BA5FA1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AD8B0ED-35B2-F63E-9639-AE191D3C48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02CC090-70D7-B8FA-7716-F988FD26C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CD7BA28-F07C-1F20-18D3-4F8CE41C1FBB}"/>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6" name="Footer Placeholder 5">
            <a:extLst>
              <a:ext uri="{FF2B5EF4-FFF2-40B4-BE49-F238E27FC236}">
                <a16:creationId xmlns:a16="http://schemas.microsoft.com/office/drawing/2014/main" id="{2100CFA1-34EA-D78F-149F-0AA6EF6ADD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DDDD083-4A37-FCA6-25DB-1C48B0C9011B}"/>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2418066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4FFFA-F4FF-18FD-F8A7-2C44CB5FF08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7AC9DE5-33CB-197B-1213-197CB2F6A1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3046D7-4049-4FBB-895B-8B51B16D886C}"/>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B3B07ADE-527A-4519-35C4-A73F023AA6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E41E0C4-CE5B-E2C6-A128-15CC9AD33CAA}"/>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1928642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898231-1043-38F3-7675-54AAFE9D58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60B872-77EC-1971-D7FC-3AFFA8EC3E7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9EB36-8A13-9811-87EB-776E0971C798}"/>
              </a:ext>
            </a:extLst>
          </p:cNvPr>
          <p:cNvSpPr>
            <a:spLocks noGrp="1"/>
          </p:cNvSpPr>
          <p:nvPr>
            <p:ph type="dt" sz="half" idx="10"/>
          </p:nvPr>
        </p:nvSpPr>
        <p:spPr/>
        <p:txBody>
          <a:body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2A536597-3DE7-595F-1EB5-052A840D5F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B729C8-8115-263B-E159-B1977C4FB8E4}"/>
              </a:ext>
            </a:extLst>
          </p:cNvPr>
          <p:cNvSpPr>
            <a:spLocks noGrp="1"/>
          </p:cNvSpPr>
          <p:nvPr>
            <p:ph type="sldNum" sz="quarter" idx="12"/>
          </p:nvPr>
        </p:nvSpPr>
        <p:spPr/>
        <p:txBody>
          <a:bodyPr/>
          <a:lstStyle/>
          <a:p>
            <a:fld id="{951AB7BB-D700-414A-9470-A20A9DA1B83C}" type="slidenum">
              <a:rPr lang="en-IN" smtClean="0"/>
              <a:t>‹#›</a:t>
            </a:fld>
            <a:endParaRPr lang="en-IN"/>
          </a:p>
        </p:txBody>
      </p:sp>
    </p:spTree>
    <p:extLst>
      <p:ext uri="{BB962C8B-B14F-4D97-AF65-F5344CB8AC3E}">
        <p14:creationId xmlns:p14="http://schemas.microsoft.com/office/powerpoint/2010/main" val="88243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894702-3C8F-7D67-F84D-975E869347C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D2D2A60-EEEF-DB9F-C916-2E06AD1774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81EFDAF-906A-69BF-2003-16C1DA000A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B54DD4F-BC33-4F70-8473-365D0FEFABAC}" type="datetimeFigureOut">
              <a:rPr lang="en-IN" smtClean="0"/>
              <a:t>03-09-2026</a:t>
            </a:fld>
            <a:endParaRPr lang="en-IN"/>
          </a:p>
        </p:txBody>
      </p:sp>
      <p:sp>
        <p:nvSpPr>
          <p:cNvPr id="5" name="Footer Placeholder 4">
            <a:extLst>
              <a:ext uri="{FF2B5EF4-FFF2-40B4-BE49-F238E27FC236}">
                <a16:creationId xmlns:a16="http://schemas.microsoft.com/office/drawing/2014/main" id="{9AB3934E-156C-59A0-F107-5E8085CF37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B8A1C0E-3962-2FE4-1E33-33A0A2DD12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1AB7BB-D700-414A-9470-A20A9DA1B83C}" type="slidenum">
              <a:rPr lang="en-IN" smtClean="0"/>
              <a:t>‹#›</a:t>
            </a:fld>
            <a:endParaRPr lang="en-IN"/>
          </a:p>
        </p:txBody>
      </p:sp>
    </p:spTree>
    <p:extLst>
      <p:ext uri="{BB962C8B-B14F-4D97-AF65-F5344CB8AC3E}">
        <p14:creationId xmlns:p14="http://schemas.microsoft.com/office/powerpoint/2010/main" val="4087442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diagramData" Target="../diagrams/data5.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8" Type="http://schemas.openxmlformats.org/officeDocument/2006/relationships/diagramLayout" Target="../diagrams/layout50.xml"/><Relationship Id="rId3" Type="http://schemas.openxmlformats.org/officeDocument/2006/relationships/diagramLayout" Target="../diagrams/layout5.xml"/><Relationship Id="rId7" Type="http://schemas.openxmlformats.org/officeDocument/2006/relationships/diagramData" Target="../diagrams/data7.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10" Type="http://schemas.openxmlformats.org/officeDocument/2006/relationships/diagramColors" Target="../diagrams/colors50.xml"/><Relationship Id="rId4" Type="http://schemas.openxmlformats.org/officeDocument/2006/relationships/diagramQuickStyle" Target="../diagrams/quickStyle5.xml"/><Relationship Id="rId9" Type="http://schemas.openxmlformats.org/officeDocument/2006/relationships/diagramQuickStyle" Target="../diagrams/quickStyle5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60.xml"/><Relationship Id="rId3" Type="http://schemas.openxmlformats.org/officeDocument/2006/relationships/diagramLayout" Target="../diagrams/layout6.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10" Type="http://schemas.openxmlformats.org/officeDocument/2006/relationships/diagramColors" Target="../diagrams/colors60.xml"/><Relationship Id="rId4" Type="http://schemas.openxmlformats.org/officeDocument/2006/relationships/diagramQuickStyle" Target="../diagrams/quickStyle6.xml"/><Relationship Id="rId9" Type="http://schemas.openxmlformats.org/officeDocument/2006/relationships/diagramQuickStyle" Target="../diagrams/quickStyle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C85C2839-AF22-10C3-DE41-610BD9614D34}"/>
              </a:ext>
            </a:extLst>
          </p:cNvPr>
          <p:cNvGrpSpPr/>
          <p:nvPr/>
        </p:nvGrpSpPr>
        <p:grpSpPr>
          <a:xfrm>
            <a:off x="108155" y="83574"/>
            <a:ext cx="11975690" cy="6636774"/>
            <a:chOff x="108155" y="83574"/>
            <a:chExt cx="11975690" cy="6636774"/>
          </a:xfrm>
        </p:grpSpPr>
        <p:sp>
          <p:nvSpPr>
            <p:cNvPr id="4" name="Frame 3">
              <a:extLst>
                <a:ext uri="{FF2B5EF4-FFF2-40B4-BE49-F238E27FC236}">
                  <a16:creationId xmlns:a16="http://schemas.microsoft.com/office/drawing/2014/main" id="{38BCC92F-8E86-5ADB-2075-BFBF50208317}"/>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5" name="Frame 4">
              <a:extLst>
                <a:ext uri="{FF2B5EF4-FFF2-40B4-BE49-F238E27FC236}">
                  <a16:creationId xmlns:a16="http://schemas.microsoft.com/office/drawing/2014/main" id="{D09D12D4-7D46-3776-9E0C-63002D88BB10}"/>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17" name="Group 16">
            <a:extLst>
              <a:ext uri="{FF2B5EF4-FFF2-40B4-BE49-F238E27FC236}">
                <a16:creationId xmlns:a16="http://schemas.microsoft.com/office/drawing/2014/main" id="{5A45C873-4035-2EBD-9FAA-3A768F05A50F}"/>
              </a:ext>
            </a:extLst>
          </p:cNvPr>
          <p:cNvGrpSpPr/>
          <p:nvPr/>
        </p:nvGrpSpPr>
        <p:grpSpPr>
          <a:xfrm>
            <a:off x="1425677" y="953315"/>
            <a:ext cx="9340645" cy="2822272"/>
            <a:chOff x="1396179" y="747253"/>
            <a:chExt cx="9340645" cy="2822272"/>
          </a:xfrm>
        </p:grpSpPr>
        <p:sp>
          <p:nvSpPr>
            <p:cNvPr id="11" name="TextBox 10">
              <a:extLst>
                <a:ext uri="{FF2B5EF4-FFF2-40B4-BE49-F238E27FC236}">
                  <a16:creationId xmlns:a16="http://schemas.microsoft.com/office/drawing/2014/main" id="{525F833A-1B97-E441-534D-ED68DCD9C9FB}"/>
                </a:ext>
              </a:extLst>
            </p:cNvPr>
            <p:cNvSpPr txBox="1"/>
            <p:nvPr/>
          </p:nvSpPr>
          <p:spPr>
            <a:xfrm>
              <a:off x="1396179" y="978327"/>
              <a:ext cx="9340645" cy="1200329"/>
            </a:xfrm>
            <a:prstGeom prst="rect">
              <a:avLst/>
            </a:prstGeom>
            <a:noFill/>
          </p:spPr>
          <p:txBody>
            <a:bodyPr wrap="square" rtlCol="0">
              <a:spAutoFit/>
            </a:bodyPr>
            <a:lstStyle/>
            <a:p>
              <a:pPr algn="ctr"/>
              <a:r>
                <a:rPr lang="en-IN" sz="3600" b="1" dirty="0">
                  <a:ln>
                    <a:solidFill>
                      <a:schemeClr val="bg1"/>
                    </a:solidFill>
                  </a:ln>
                  <a:solidFill>
                    <a:schemeClr val="bg1"/>
                  </a:solidFill>
                  <a:effectLst>
                    <a:outerShdw blurRad="38100" dist="38100" dir="2700000" algn="tl">
                      <a:srgbClr val="000000">
                        <a:alpha val="43137"/>
                      </a:srgbClr>
                    </a:outerShdw>
                  </a:effectLst>
                  <a:latin typeface="Agency FB" panose="020B0503020202020204" pitchFamily="34" charset="0"/>
                </a:rPr>
                <a:t>Deep Margin Cosine Autoencoder-Based Medical Hyperspectral Image Classification for </a:t>
              </a:r>
              <a:r>
                <a:rPr lang="en-IN" sz="3600" b="1" dirty="0" err="1">
                  <a:ln>
                    <a:solidFill>
                      <a:schemeClr val="bg1"/>
                    </a:solidFill>
                  </a:ln>
                  <a:solidFill>
                    <a:schemeClr val="bg1"/>
                  </a:solidFill>
                  <a:effectLst>
                    <a:outerShdw blurRad="38100" dist="38100" dir="2700000" algn="tl">
                      <a:srgbClr val="000000">
                        <a:alpha val="43137"/>
                      </a:srgbClr>
                    </a:outerShdw>
                  </a:effectLst>
                  <a:latin typeface="Agency FB" panose="020B0503020202020204" pitchFamily="34" charset="0"/>
                </a:rPr>
                <a:t>Tumor</a:t>
              </a:r>
              <a:r>
                <a:rPr lang="en-IN" sz="3600" b="1" dirty="0">
                  <a:ln>
                    <a:solidFill>
                      <a:schemeClr val="bg1"/>
                    </a:solidFill>
                  </a:ln>
                  <a:solidFill>
                    <a:schemeClr val="bg1"/>
                  </a:solidFill>
                  <a:effectLst>
                    <a:outerShdw blurRad="38100" dist="38100" dir="2700000" algn="tl">
                      <a:srgbClr val="000000">
                        <a:alpha val="43137"/>
                      </a:srgbClr>
                    </a:outerShdw>
                  </a:effectLst>
                  <a:latin typeface="Agency FB" panose="020B0503020202020204" pitchFamily="34" charset="0"/>
                </a:rPr>
                <a:t> Diagnosis</a:t>
              </a:r>
            </a:p>
          </p:txBody>
        </p:sp>
        <p:sp>
          <p:nvSpPr>
            <p:cNvPr id="12" name="TextBox 11">
              <a:extLst>
                <a:ext uri="{FF2B5EF4-FFF2-40B4-BE49-F238E27FC236}">
                  <a16:creationId xmlns:a16="http://schemas.microsoft.com/office/drawing/2014/main" id="{505D4C52-F56E-7609-8661-59F9546B0ECF}"/>
                </a:ext>
              </a:extLst>
            </p:cNvPr>
            <p:cNvSpPr txBox="1"/>
            <p:nvPr/>
          </p:nvSpPr>
          <p:spPr>
            <a:xfrm>
              <a:off x="3549442" y="2369195"/>
              <a:ext cx="5034117" cy="1200329"/>
            </a:xfrm>
            <a:prstGeom prst="rect">
              <a:avLst/>
            </a:prstGeom>
            <a:noFill/>
          </p:spPr>
          <p:txBody>
            <a:bodyPr wrap="square" rtlCol="0">
              <a:spAutoFit/>
            </a:bodyPr>
            <a:lstStyle/>
            <a:p>
              <a:pPr lvl="0" algn="ctr"/>
              <a:r>
                <a:rPr lang="en-IN" b="1" dirty="0">
                  <a:solidFill>
                    <a:schemeClr val="bg1"/>
                  </a:solidFill>
                  <a:effectLst>
                    <a:outerShdw blurRad="38100" dist="38100" dir="2700000" algn="tl">
                      <a:srgbClr val="000000">
                        <a:alpha val="43137"/>
                      </a:srgbClr>
                    </a:outerShdw>
                  </a:effectLst>
                  <a:latin typeface="Agency FB" panose="020B0503020202020204" pitchFamily="34" charset="0"/>
                </a:rPr>
                <a:t>Meiling Wang et al. </a:t>
              </a:r>
            </a:p>
            <a:p>
              <a:pPr lvl="0" algn="ctr"/>
              <a:r>
                <a:rPr lang="en-IN" b="1" dirty="0">
                  <a:solidFill>
                    <a:schemeClr val="bg1"/>
                  </a:solidFill>
                  <a:effectLst>
                    <a:outerShdw blurRad="38100" dist="38100" dir="2700000" algn="tl">
                      <a:srgbClr val="000000">
                        <a:alpha val="43137"/>
                      </a:srgbClr>
                    </a:outerShdw>
                  </a:effectLst>
                  <a:latin typeface="Agency FB" panose="020B0503020202020204" pitchFamily="34" charset="0"/>
                </a:rPr>
                <a:t>IEEE Transactions on Instrumentation and Measurement </a:t>
              </a:r>
            </a:p>
            <a:p>
              <a:pPr lvl="0" algn="ctr"/>
              <a:r>
                <a:rPr lang="en-IN" b="1" dirty="0">
                  <a:solidFill>
                    <a:schemeClr val="bg1"/>
                  </a:solidFill>
                  <a:effectLst>
                    <a:outerShdw blurRad="38100" dist="38100" dir="2700000" algn="tl">
                      <a:srgbClr val="000000">
                        <a:alpha val="43137"/>
                      </a:srgbClr>
                    </a:outerShdw>
                  </a:effectLst>
                  <a:latin typeface="Agency FB" panose="020B0503020202020204" pitchFamily="34" charset="0"/>
                </a:rPr>
                <a:t>2023</a:t>
              </a:r>
            </a:p>
            <a:p>
              <a:pPr algn="ctr"/>
              <a:endParaRPr lang="en-IN" b="1" dirty="0">
                <a:solidFill>
                  <a:schemeClr val="bg1"/>
                </a:solidFill>
                <a:latin typeface="Agency FB" panose="020B0503020202020204" pitchFamily="34" charset="0"/>
              </a:endParaRPr>
            </a:p>
          </p:txBody>
        </p:sp>
        <p:sp>
          <p:nvSpPr>
            <p:cNvPr id="16" name="Frame 15">
              <a:extLst>
                <a:ext uri="{FF2B5EF4-FFF2-40B4-BE49-F238E27FC236}">
                  <a16:creationId xmlns:a16="http://schemas.microsoft.com/office/drawing/2014/main" id="{F8B0CD9F-4719-6FBC-83FE-64E9B440ED0C}"/>
                </a:ext>
              </a:extLst>
            </p:cNvPr>
            <p:cNvSpPr/>
            <p:nvPr/>
          </p:nvSpPr>
          <p:spPr>
            <a:xfrm>
              <a:off x="1474838" y="747253"/>
              <a:ext cx="9242323" cy="2822272"/>
            </a:xfrm>
            <a:prstGeom prst="frame">
              <a:avLst>
                <a:gd name="adj1" fmla="val 5068"/>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19" name="TextBox 18">
            <a:extLst>
              <a:ext uri="{FF2B5EF4-FFF2-40B4-BE49-F238E27FC236}">
                <a16:creationId xmlns:a16="http://schemas.microsoft.com/office/drawing/2014/main" id="{2678FB4D-250D-35A8-DBBC-8B30121EACF5}"/>
              </a:ext>
            </a:extLst>
          </p:cNvPr>
          <p:cNvSpPr txBox="1"/>
          <p:nvPr/>
        </p:nvSpPr>
        <p:spPr>
          <a:xfrm>
            <a:off x="1425677" y="4866592"/>
            <a:ext cx="2251589"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Rudra Pratap Singh</a:t>
            </a:r>
          </a:p>
          <a:p>
            <a:pPr algn="ctr"/>
            <a:r>
              <a:rPr lang="en-IN" sz="2000" b="1" dirty="0">
                <a:solidFill>
                  <a:schemeClr val="bg1"/>
                </a:solidFill>
                <a:latin typeface="Agency FB" panose="020B0503020202020204" pitchFamily="34" charset="0"/>
              </a:rPr>
              <a:t>24/CS/378</a:t>
            </a:r>
          </a:p>
        </p:txBody>
      </p:sp>
      <p:sp>
        <p:nvSpPr>
          <p:cNvPr id="20" name="TextBox 19">
            <a:extLst>
              <a:ext uri="{FF2B5EF4-FFF2-40B4-BE49-F238E27FC236}">
                <a16:creationId xmlns:a16="http://schemas.microsoft.com/office/drawing/2014/main" id="{4F15EFD2-D624-3104-4873-FEA89995ECB0}"/>
              </a:ext>
            </a:extLst>
          </p:cNvPr>
          <p:cNvSpPr txBox="1"/>
          <p:nvPr/>
        </p:nvSpPr>
        <p:spPr>
          <a:xfrm>
            <a:off x="3574026" y="4866592"/>
            <a:ext cx="2251589"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Saksham Kumar</a:t>
            </a:r>
          </a:p>
          <a:p>
            <a:pPr algn="ctr"/>
            <a:r>
              <a:rPr lang="en-IN" sz="2000" b="1" dirty="0">
                <a:solidFill>
                  <a:schemeClr val="bg1"/>
                </a:solidFill>
                <a:latin typeface="Agency FB" panose="020B0503020202020204" pitchFamily="34" charset="0"/>
              </a:rPr>
              <a:t>24/CS/393</a:t>
            </a:r>
          </a:p>
        </p:txBody>
      </p:sp>
      <p:sp>
        <p:nvSpPr>
          <p:cNvPr id="21" name="TextBox 20">
            <a:extLst>
              <a:ext uri="{FF2B5EF4-FFF2-40B4-BE49-F238E27FC236}">
                <a16:creationId xmlns:a16="http://schemas.microsoft.com/office/drawing/2014/main" id="{0962B207-2DC4-6672-1825-ADDB49A1501D}"/>
              </a:ext>
            </a:extLst>
          </p:cNvPr>
          <p:cNvSpPr txBox="1"/>
          <p:nvPr/>
        </p:nvSpPr>
        <p:spPr>
          <a:xfrm>
            <a:off x="5722375" y="4866592"/>
            <a:ext cx="2251589"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Sarthak Tomar</a:t>
            </a:r>
          </a:p>
          <a:p>
            <a:pPr algn="ctr"/>
            <a:r>
              <a:rPr lang="en-IN" sz="2000" b="1" dirty="0">
                <a:solidFill>
                  <a:schemeClr val="bg1"/>
                </a:solidFill>
                <a:latin typeface="Agency FB" panose="020B0503020202020204" pitchFamily="34" charset="0"/>
              </a:rPr>
              <a:t>24/CS/403</a:t>
            </a:r>
          </a:p>
        </p:txBody>
      </p:sp>
      <p:sp>
        <p:nvSpPr>
          <p:cNvPr id="22" name="TextBox 21">
            <a:extLst>
              <a:ext uri="{FF2B5EF4-FFF2-40B4-BE49-F238E27FC236}">
                <a16:creationId xmlns:a16="http://schemas.microsoft.com/office/drawing/2014/main" id="{B8EFC119-9773-B6C0-3053-50489169EC30}"/>
              </a:ext>
            </a:extLst>
          </p:cNvPr>
          <p:cNvSpPr txBox="1"/>
          <p:nvPr/>
        </p:nvSpPr>
        <p:spPr>
          <a:xfrm>
            <a:off x="8091951" y="4866592"/>
            <a:ext cx="2251589"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Shobhit </a:t>
            </a:r>
            <a:r>
              <a:rPr lang="en-IN" sz="2000" b="1" dirty="0" err="1">
                <a:solidFill>
                  <a:schemeClr val="bg1"/>
                </a:solidFill>
                <a:latin typeface="Agency FB" panose="020B0503020202020204" pitchFamily="34" charset="0"/>
              </a:rPr>
              <a:t>Narera</a:t>
            </a:r>
            <a:endParaRPr lang="en-IN" sz="2000" b="1" dirty="0">
              <a:solidFill>
                <a:schemeClr val="bg1"/>
              </a:solidFill>
              <a:latin typeface="Agency FB" panose="020B0503020202020204" pitchFamily="34" charset="0"/>
            </a:endParaRPr>
          </a:p>
          <a:p>
            <a:pPr algn="ctr"/>
            <a:r>
              <a:rPr lang="en-IN" sz="2000" b="1" dirty="0">
                <a:solidFill>
                  <a:schemeClr val="bg1"/>
                </a:solidFill>
                <a:latin typeface="Agency FB" panose="020B0503020202020204" pitchFamily="34" charset="0"/>
              </a:rPr>
              <a:t>24/CS/423</a:t>
            </a:r>
          </a:p>
        </p:txBody>
      </p:sp>
      <p:grpSp>
        <p:nvGrpSpPr>
          <p:cNvPr id="28" name="Group 27">
            <a:extLst>
              <a:ext uri="{FF2B5EF4-FFF2-40B4-BE49-F238E27FC236}">
                <a16:creationId xmlns:a16="http://schemas.microsoft.com/office/drawing/2014/main" id="{875A2D40-05E6-C3C3-7D1E-9E7AF50988F7}"/>
              </a:ext>
            </a:extLst>
          </p:cNvPr>
          <p:cNvGrpSpPr/>
          <p:nvPr/>
        </p:nvGrpSpPr>
        <p:grpSpPr>
          <a:xfrm>
            <a:off x="4881714" y="4087647"/>
            <a:ext cx="2428568" cy="533513"/>
            <a:chOff x="4881714" y="4087647"/>
            <a:chExt cx="2428568" cy="533513"/>
          </a:xfrm>
        </p:grpSpPr>
        <p:sp>
          <p:nvSpPr>
            <p:cNvPr id="18" name="TextBox 17">
              <a:extLst>
                <a:ext uri="{FF2B5EF4-FFF2-40B4-BE49-F238E27FC236}">
                  <a16:creationId xmlns:a16="http://schemas.microsoft.com/office/drawing/2014/main" id="{15041A50-B317-5B80-ECE7-607643C5D29E}"/>
                </a:ext>
              </a:extLst>
            </p:cNvPr>
            <p:cNvSpPr txBox="1"/>
            <p:nvPr/>
          </p:nvSpPr>
          <p:spPr>
            <a:xfrm>
              <a:off x="4881714" y="4092865"/>
              <a:ext cx="2428568" cy="461665"/>
            </a:xfrm>
            <a:prstGeom prst="rect">
              <a:avLst/>
            </a:prstGeom>
            <a:noFill/>
          </p:spPr>
          <p:txBody>
            <a:bodyPr wrap="square" rtlCol="0">
              <a:spAutoFit/>
            </a:bodyPr>
            <a:lstStyle/>
            <a:p>
              <a:pPr algn="ctr"/>
              <a:r>
                <a:rPr lang="en-IN" sz="2400" b="1" dirty="0">
                  <a:solidFill>
                    <a:schemeClr val="bg1"/>
                  </a:solidFill>
                  <a:latin typeface="Agency FB" panose="020B0503020202020204" pitchFamily="34" charset="0"/>
                </a:rPr>
                <a:t>Presented</a:t>
              </a:r>
              <a:r>
                <a:rPr lang="en-IN" sz="2000" b="1" dirty="0">
                  <a:solidFill>
                    <a:schemeClr val="bg1"/>
                  </a:solidFill>
                  <a:latin typeface="Agency FB" panose="020B0503020202020204" pitchFamily="34" charset="0"/>
                </a:rPr>
                <a:t> </a:t>
              </a:r>
              <a:r>
                <a:rPr lang="en-IN" sz="2400" b="1" dirty="0">
                  <a:solidFill>
                    <a:schemeClr val="bg1"/>
                  </a:solidFill>
                  <a:latin typeface="Agency FB" panose="020B0503020202020204" pitchFamily="34" charset="0"/>
                </a:rPr>
                <a:t>By</a:t>
              </a:r>
              <a:r>
                <a:rPr lang="en-IN" sz="2000" b="1" dirty="0">
                  <a:solidFill>
                    <a:schemeClr val="bg1"/>
                  </a:solidFill>
                  <a:latin typeface="Agency FB" panose="020B0503020202020204" pitchFamily="34" charset="0"/>
                </a:rPr>
                <a:t> </a:t>
              </a:r>
            </a:p>
          </p:txBody>
        </p:sp>
        <p:sp>
          <p:nvSpPr>
            <p:cNvPr id="23" name="Frame 22">
              <a:extLst>
                <a:ext uri="{FF2B5EF4-FFF2-40B4-BE49-F238E27FC236}">
                  <a16:creationId xmlns:a16="http://schemas.microsoft.com/office/drawing/2014/main" id="{7985E76F-13D0-F501-F199-0E9CF9ABADE7}"/>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grpSp>
      <p:sp>
        <p:nvSpPr>
          <p:cNvPr id="24" name="Rectangle 23">
            <a:extLst>
              <a:ext uri="{FF2B5EF4-FFF2-40B4-BE49-F238E27FC236}">
                <a16:creationId xmlns:a16="http://schemas.microsoft.com/office/drawing/2014/main" id="{4D3ADF58-0F51-29B4-236D-A15F8E9C4580}"/>
              </a:ext>
            </a:extLst>
          </p:cNvPr>
          <p:cNvSpPr/>
          <p:nvPr/>
        </p:nvSpPr>
        <p:spPr>
          <a:xfrm>
            <a:off x="3667681" y="4768063"/>
            <a:ext cx="45719" cy="90494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2">
                  <a:lumMod val="25000"/>
                  <a:lumOff val="75000"/>
                </a:schemeClr>
              </a:solidFill>
            </a:endParaRPr>
          </a:p>
        </p:txBody>
      </p:sp>
      <p:sp>
        <p:nvSpPr>
          <p:cNvPr id="25" name="Rectangle 24">
            <a:extLst>
              <a:ext uri="{FF2B5EF4-FFF2-40B4-BE49-F238E27FC236}">
                <a16:creationId xmlns:a16="http://schemas.microsoft.com/office/drawing/2014/main" id="{3E3D91D7-B767-2EA2-CBAC-899A439FA77F}"/>
              </a:ext>
            </a:extLst>
          </p:cNvPr>
          <p:cNvSpPr/>
          <p:nvPr/>
        </p:nvSpPr>
        <p:spPr>
          <a:xfrm>
            <a:off x="5816030" y="4768063"/>
            <a:ext cx="45719" cy="90494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2">
                  <a:lumMod val="25000"/>
                  <a:lumOff val="75000"/>
                </a:schemeClr>
              </a:solidFill>
            </a:endParaRPr>
          </a:p>
        </p:txBody>
      </p:sp>
      <p:sp>
        <p:nvSpPr>
          <p:cNvPr id="26" name="Rectangle 25">
            <a:extLst>
              <a:ext uri="{FF2B5EF4-FFF2-40B4-BE49-F238E27FC236}">
                <a16:creationId xmlns:a16="http://schemas.microsoft.com/office/drawing/2014/main" id="{10254FAE-52CF-AD25-A91C-CEBD851559B3}"/>
              </a:ext>
            </a:extLst>
          </p:cNvPr>
          <p:cNvSpPr/>
          <p:nvPr/>
        </p:nvSpPr>
        <p:spPr>
          <a:xfrm>
            <a:off x="7964379" y="4768063"/>
            <a:ext cx="45719" cy="90494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2">
                  <a:lumMod val="25000"/>
                  <a:lumOff val="75000"/>
                </a:schemeClr>
              </a:solidFill>
            </a:endParaRPr>
          </a:p>
        </p:txBody>
      </p:sp>
    </p:spTree>
    <p:extLst>
      <p:ext uri="{BB962C8B-B14F-4D97-AF65-F5344CB8AC3E}">
        <p14:creationId xmlns:p14="http://schemas.microsoft.com/office/powerpoint/2010/main" val="26362915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6DC5509F-709A-25CB-F4E6-A256652A637F}"/>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469FDCCA-618E-078F-AAF5-4400F222C2A0}"/>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8FED6FD4-EF03-82FA-88B5-752DBC000C86}"/>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CC87A884-36E6-1D3C-F37E-8467474B3686}"/>
              </a:ext>
            </a:extLst>
          </p:cNvPr>
          <p:cNvGrpSpPr/>
          <p:nvPr/>
        </p:nvGrpSpPr>
        <p:grpSpPr>
          <a:xfrm>
            <a:off x="3908323" y="1039647"/>
            <a:ext cx="4395018" cy="916972"/>
            <a:chOff x="4881714" y="4087647"/>
            <a:chExt cx="2428568" cy="533513"/>
          </a:xfrm>
        </p:grpSpPr>
        <p:sp>
          <p:nvSpPr>
            <p:cNvPr id="6" name="TextBox 5">
              <a:extLst>
                <a:ext uri="{FF2B5EF4-FFF2-40B4-BE49-F238E27FC236}">
                  <a16:creationId xmlns:a16="http://schemas.microsoft.com/office/drawing/2014/main" id="{F13DD962-F791-C996-B0BD-7A925EF1D813}"/>
                </a:ext>
              </a:extLst>
            </p:cNvPr>
            <p:cNvSpPr txBox="1"/>
            <p:nvPr/>
          </p:nvSpPr>
          <p:spPr>
            <a:xfrm>
              <a:off x="4881714" y="4148472"/>
              <a:ext cx="2428568" cy="411863"/>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Problem </a:t>
              </a:r>
            </a:p>
          </p:txBody>
        </p:sp>
        <p:sp>
          <p:nvSpPr>
            <p:cNvPr id="7" name="Frame 6">
              <a:extLst>
                <a:ext uri="{FF2B5EF4-FFF2-40B4-BE49-F238E27FC236}">
                  <a16:creationId xmlns:a16="http://schemas.microsoft.com/office/drawing/2014/main" id="{DE812B70-C28E-EEE5-D9B9-BCDF19795519}"/>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8" name="TextBox 7">
            <a:extLst>
              <a:ext uri="{FF2B5EF4-FFF2-40B4-BE49-F238E27FC236}">
                <a16:creationId xmlns:a16="http://schemas.microsoft.com/office/drawing/2014/main" id="{5C0FEC19-80D3-196E-516C-4491607F3F91}"/>
              </a:ext>
            </a:extLst>
          </p:cNvPr>
          <p:cNvSpPr txBox="1"/>
          <p:nvPr/>
        </p:nvSpPr>
        <p:spPr>
          <a:xfrm>
            <a:off x="617325" y="2414221"/>
            <a:ext cx="10923639" cy="3170099"/>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Currently present Tumour Detection methods involve time taking invasive procedures, that harm the body and require experts in order to accurately determine their presence. Other non invasive imaging techniques like MRIs and CAT Scans are unable to identify the precise location for surgery, and are also time taking. </a:t>
            </a:r>
            <a:br>
              <a:rPr lang="en-IN" sz="2000" b="1" dirty="0">
                <a:solidFill>
                  <a:schemeClr val="bg1"/>
                </a:solidFill>
                <a:latin typeface="Agency FB" panose="020B0503020202020204" pitchFamily="34" charset="0"/>
              </a:rPr>
            </a:br>
            <a:endParaRPr lang="en-IN" sz="2000" b="1" dirty="0">
              <a:solidFill>
                <a:schemeClr val="bg1"/>
              </a:solidFill>
              <a:latin typeface="Agency FB" panose="020B0503020202020204" pitchFamily="34" charset="0"/>
            </a:endParaRPr>
          </a:p>
          <a:p>
            <a:pPr algn="ctr"/>
            <a:r>
              <a:rPr lang="en-IN" sz="2000" b="1" dirty="0">
                <a:solidFill>
                  <a:schemeClr val="bg1"/>
                </a:solidFill>
                <a:latin typeface="Agency FB" panose="020B0503020202020204" pitchFamily="34" charset="0"/>
              </a:rPr>
              <a:t>Due to this machine learning was explored for quick and accessible detection and locating of tumours, with emphasis on Brain Tumours, because of them being the most trivial ones !</a:t>
            </a:r>
          </a:p>
          <a:p>
            <a:pPr algn="ctr"/>
            <a:endParaRPr lang="en-IN" sz="2000" b="1" dirty="0">
              <a:solidFill>
                <a:schemeClr val="bg1"/>
              </a:solidFill>
              <a:latin typeface="Agency FB" panose="020B0503020202020204" pitchFamily="34" charset="0"/>
            </a:endParaRPr>
          </a:p>
          <a:p>
            <a:pPr algn="ctr"/>
            <a:r>
              <a:rPr lang="en-IN" sz="2000" b="1" dirty="0">
                <a:solidFill>
                  <a:schemeClr val="bg1"/>
                </a:solidFill>
                <a:latin typeface="Agency FB" panose="020B0503020202020204" pitchFamily="34" charset="0"/>
              </a:rPr>
              <a:t>The paper proposes a novel technique that aims to solve this problem using sophisticated Deep Learning Methodologies, utilizing Hyperspectral Images </a:t>
            </a:r>
            <a:br>
              <a:rPr lang="en-IN" sz="2000" b="1" dirty="0">
                <a:solidFill>
                  <a:schemeClr val="bg1"/>
                </a:solidFill>
                <a:latin typeface="Agency FB" panose="020B0503020202020204" pitchFamily="34" charset="0"/>
              </a:rPr>
            </a:br>
            <a:endParaRPr lang="en-IN" sz="2000" b="1" dirty="0">
              <a:solidFill>
                <a:schemeClr val="bg1"/>
              </a:solidFill>
              <a:latin typeface="Agency FB" panose="020B0503020202020204" pitchFamily="34" charset="0"/>
            </a:endParaRPr>
          </a:p>
        </p:txBody>
      </p:sp>
    </p:spTree>
    <p:extLst>
      <p:ext uri="{BB962C8B-B14F-4D97-AF65-F5344CB8AC3E}">
        <p14:creationId xmlns:p14="http://schemas.microsoft.com/office/powerpoint/2010/main" val="1829862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04686BAD-5152-8DD3-BBEB-156DC3432AF1}"/>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DBEF6711-BFE8-5977-9810-586E53E2916F}"/>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B2FFB988-56C7-27D8-93ED-C4FA71B79BE8}"/>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F9205F84-09C4-196B-1811-4228F8854020}"/>
              </a:ext>
            </a:extLst>
          </p:cNvPr>
          <p:cNvGrpSpPr/>
          <p:nvPr/>
        </p:nvGrpSpPr>
        <p:grpSpPr>
          <a:xfrm>
            <a:off x="1678858" y="380886"/>
            <a:ext cx="8834283" cy="1427982"/>
            <a:chOff x="4881714" y="4087647"/>
            <a:chExt cx="2428568" cy="830829"/>
          </a:xfrm>
        </p:grpSpPr>
        <p:sp>
          <p:nvSpPr>
            <p:cNvPr id="6" name="TextBox 5">
              <a:extLst>
                <a:ext uri="{FF2B5EF4-FFF2-40B4-BE49-F238E27FC236}">
                  <a16:creationId xmlns:a16="http://schemas.microsoft.com/office/drawing/2014/main" id="{8CEBBA9C-F8B0-54FE-9802-6DE69B68F20A}"/>
                </a:ext>
              </a:extLst>
            </p:cNvPr>
            <p:cNvSpPr txBox="1"/>
            <p:nvPr/>
          </p:nvSpPr>
          <p:spPr>
            <a:xfrm>
              <a:off x="4881714" y="4148472"/>
              <a:ext cx="2428568" cy="770004"/>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Hyperspectral Imaging ?</a:t>
              </a:r>
            </a:p>
          </p:txBody>
        </p:sp>
        <p:sp>
          <p:nvSpPr>
            <p:cNvPr id="7" name="Frame 6">
              <a:extLst>
                <a:ext uri="{FF2B5EF4-FFF2-40B4-BE49-F238E27FC236}">
                  <a16:creationId xmlns:a16="http://schemas.microsoft.com/office/drawing/2014/main" id="{84F02C7D-0ED8-CAA8-1C65-6346B9277D30}"/>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14" name="TextBox 13">
            <a:extLst>
              <a:ext uri="{FF2B5EF4-FFF2-40B4-BE49-F238E27FC236}">
                <a16:creationId xmlns:a16="http://schemas.microsoft.com/office/drawing/2014/main" id="{1BD6EC1C-660B-DD9C-284C-FE9A1F259A49}"/>
              </a:ext>
            </a:extLst>
          </p:cNvPr>
          <p:cNvSpPr txBox="1"/>
          <p:nvPr/>
        </p:nvSpPr>
        <p:spPr>
          <a:xfrm>
            <a:off x="5751871" y="1808868"/>
            <a:ext cx="5909187" cy="4524315"/>
          </a:xfrm>
          <a:prstGeom prst="rect">
            <a:avLst/>
          </a:prstGeom>
          <a:noFill/>
        </p:spPr>
        <p:txBody>
          <a:bodyPr wrap="square" rtlCol="0">
            <a:spAutoFit/>
          </a:bodyPr>
          <a:lstStyle/>
          <a:p>
            <a:r>
              <a:rPr lang="en-IN" b="1" dirty="0">
                <a:solidFill>
                  <a:schemeClr val="bg1"/>
                </a:solidFill>
                <a:latin typeface="Agency FB" panose="020B0503020202020204" pitchFamily="34" charset="0"/>
              </a:rPr>
              <a:t>An RGB image represents visual information using three colour channels: Red (R), Green (G), and Blue (B). Each pixel is described by three intensity values corresponding to these channels, and their combination produces the colours visible to the human eye. RGB images provide information about the spatial appearance, colour, shape, texture, and boundaries of objects within a scene.</a:t>
            </a:r>
          </a:p>
          <a:p>
            <a:endParaRPr lang="en-IN" b="1" dirty="0">
              <a:solidFill>
                <a:schemeClr val="bg1"/>
              </a:solidFill>
              <a:latin typeface="Agency FB" panose="020B0503020202020204" pitchFamily="34" charset="0"/>
            </a:endParaRPr>
          </a:p>
          <a:p>
            <a:r>
              <a:rPr lang="en-IN" b="1" dirty="0">
                <a:solidFill>
                  <a:schemeClr val="bg1"/>
                </a:solidFill>
                <a:latin typeface="Agency FB" panose="020B0503020202020204" pitchFamily="34" charset="0"/>
              </a:rPr>
              <a:t>Key points:</a:t>
            </a:r>
          </a:p>
          <a:p>
            <a:pPr lvl="0"/>
            <a:r>
              <a:rPr lang="en-IN" b="1" dirty="0">
                <a:solidFill>
                  <a:schemeClr val="bg1"/>
                </a:solidFill>
                <a:latin typeface="Agency FB" panose="020B0503020202020204" pitchFamily="34" charset="0"/>
              </a:rPr>
              <a:t>3 spectral channels: Red, Green, and Blue </a:t>
            </a:r>
          </a:p>
          <a:p>
            <a:pPr lvl="0"/>
            <a:r>
              <a:rPr lang="en-IN" b="1" dirty="0">
                <a:solidFill>
                  <a:schemeClr val="bg1"/>
                </a:solidFill>
                <a:latin typeface="Agency FB" panose="020B0503020202020204" pitchFamily="34" charset="0"/>
              </a:rPr>
              <a:t>Provides spatial information — where objects and structures are located </a:t>
            </a:r>
          </a:p>
          <a:p>
            <a:pPr lvl="0"/>
            <a:r>
              <a:rPr lang="en-IN" b="1" dirty="0">
                <a:solidFill>
                  <a:schemeClr val="bg1"/>
                </a:solidFill>
                <a:latin typeface="Agency FB" panose="020B0503020202020204" pitchFamily="34" charset="0"/>
              </a:rPr>
              <a:t>Provides visible colour information </a:t>
            </a:r>
          </a:p>
          <a:p>
            <a:pPr lvl="0"/>
            <a:r>
              <a:rPr lang="en-IN" b="1" dirty="0">
                <a:solidFill>
                  <a:schemeClr val="bg1"/>
                </a:solidFill>
                <a:latin typeface="Agency FB" panose="020B0503020202020204" pitchFamily="34" charset="0"/>
              </a:rPr>
              <a:t>Helps identify shape, texture, edges, and boundaries</a:t>
            </a:r>
          </a:p>
          <a:p>
            <a:pPr lvl="0"/>
            <a:endParaRPr lang="en-IN" b="1" dirty="0">
              <a:solidFill>
                <a:schemeClr val="bg1"/>
              </a:solidFill>
              <a:latin typeface="Agency FB" panose="020B0503020202020204" pitchFamily="34" charset="0"/>
            </a:endParaRPr>
          </a:p>
          <a:p>
            <a:pPr lvl="0"/>
            <a:r>
              <a:rPr lang="en-IN" b="1" dirty="0">
                <a:solidFill>
                  <a:schemeClr val="bg1"/>
                </a:solidFill>
                <a:latin typeface="Agency FB" panose="020B0503020202020204" pitchFamily="34" charset="0"/>
              </a:rPr>
              <a:t>RGB provides rich visual and spatial information, but it captures only three broad portions of the electromagnetic spectrum.</a:t>
            </a:r>
          </a:p>
          <a:p>
            <a:endParaRPr lang="en-IN" b="1" dirty="0">
              <a:solidFill>
                <a:schemeClr val="bg1"/>
              </a:solidFill>
              <a:latin typeface="Agency FB" panose="020B0503020202020204" pitchFamily="34" charset="0"/>
            </a:endParaRPr>
          </a:p>
        </p:txBody>
      </p:sp>
      <p:sp>
        <p:nvSpPr>
          <p:cNvPr id="15" name="Frame 14">
            <a:extLst>
              <a:ext uri="{FF2B5EF4-FFF2-40B4-BE49-F238E27FC236}">
                <a16:creationId xmlns:a16="http://schemas.microsoft.com/office/drawing/2014/main" id="{11D66ACE-3A8B-F302-9FAB-B1C5015F4699}"/>
              </a:ext>
            </a:extLst>
          </p:cNvPr>
          <p:cNvSpPr/>
          <p:nvPr/>
        </p:nvSpPr>
        <p:spPr>
          <a:xfrm>
            <a:off x="5486400" y="1573161"/>
            <a:ext cx="6292645" cy="4611329"/>
          </a:xfrm>
          <a:prstGeom prst="frame">
            <a:avLst>
              <a:gd name="adj1" fmla="val 1626"/>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pic>
        <p:nvPicPr>
          <p:cNvPr id="19" name="Picture 18">
            <a:extLst>
              <a:ext uri="{FF2B5EF4-FFF2-40B4-BE49-F238E27FC236}">
                <a16:creationId xmlns:a16="http://schemas.microsoft.com/office/drawing/2014/main" id="{FD92DAFD-C929-A82E-2FD6-91429C9DD443}"/>
              </a:ext>
            </a:extLst>
          </p:cNvPr>
          <p:cNvPicPr>
            <a:picLocks noChangeAspect="1"/>
          </p:cNvPicPr>
          <p:nvPr/>
        </p:nvPicPr>
        <p:blipFill>
          <a:blip r:embed="rId2">
            <a:alphaModFix amt="81000"/>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1172309" y="2023319"/>
            <a:ext cx="3367925" cy="3367925"/>
          </a:xfrm>
          <a:prstGeom prst="rect">
            <a:avLst/>
          </a:prstGeom>
        </p:spPr>
      </p:pic>
      <p:pic>
        <p:nvPicPr>
          <p:cNvPr id="21" name="Picture 20">
            <a:extLst>
              <a:ext uri="{FF2B5EF4-FFF2-40B4-BE49-F238E27FC236}">
                <a16:creationId xmlns:a16="http://schemas.microsoft.com/office/drawing/2014/main" id="{31011BB6-C1A2-6A64-C640-BBA9D24C304F}"/>
              </a:ext>
            </a:extLst>
          </p:cNvPr>
          <p:cNvPicPr>
            <a:picLocks noChangeAspect="1"/>
          </p:cNvPicPr>
          <p:nvPr/>
        </p:nvPicPr>
        <p:blipFill>
          <a:blip r:embed="rId2">
            <a:alphaModFix amt="81000"/>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1172309" y="2023319"/>
            <a:ext cx="3367925" cy="3367925"/>
          </a:xfrm>
          <a:prstGeom prst="rect">
            <a:avLst/>
          </a:prstGeom>
        </p:spPr>
      </p:pic>
      <p:pic>
        <p:nvPicPr>
          <p:cNvPr id="23" name="Picture 22">
            <a:extLst>
              <a:ext uri="{FF2B5EF4-FFF2-40B4-BE49-F238E27FC236}">
                <a16:creationId xmlns:a16="http://schemas.microsoft.com/office/drawing/2014/main" id="{33E412B0-4AD9-4FD8-CE76-DF0EDA1CFF3C}"/>
              </a:ext>
            </a:extLst>
          </p:cNvPr>
          <p:cNvPicPr>
            <a:picLocks noChangeAspect="1"/>
          </p:cNvPicPr>
          <p:nvPr/>
        </p:nvPicPr>
        <p:blipFill>
          <a:blip r:embed="rId2">
            <a:duotone>
              <a:prstClr val="black"/>
              <a:srgbClr val="FF0000">
                <a:tint val="45000"/>
                <a:satMod val="400000"/>
              </a:srgbClr>
            </a:duotone>
            <a:alphaModFix amt="81000"/>
            <a:extLst>
              <a:ext uri="{28A0092B-C50C-407E-A947-70E740481C1C}">
                <a14:useLocalDpi xmlns:a14="http://schemas.microsoft.com/office/drawing/2010/main" val="0"/>
              </a:ext>
            </a:extLst>
          </a:blip>
          <a:stretch>
            <a:fillRect/>
          </a:stretch>
        </p:blipFill>
        <p:spPr>
          <a:xfrm>
            <a:off x="1172310" y="2023320"/>
            <a:ext cx="3367925" cy="3367925"/>
          </a:xfrm>
          <a:prstGeom prst="rect">
            <a:avLst/>
          </a:prstGeom>
        </p:spPr>
      </p:pic>
      <p:pic>
        <p:nvPicPr>
          <p:cNvPr id="17" name="Picture 16">
            <a:extLst>
              <a:ext uri="{FF2B5EF4-FFF2-40B4-BE49-F238E27FC236}">
                <a16:creationId xmlns:a16="http://schemas.microsoft.com/office/drawing/2014/main" id="{D6442218-9A82-C16E-52D0-60572E2AA4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308" y="2023319"/>
            <a:ext cx="3367925" cy="3367925"/>
          </a:xfrm>
          <a:prstGeom prst="rect">
            <a:avLst/>
          </a:prstGeom>
        </p:spPr>
      </p:pic>
    </p:spTree>
    <p:extLst>
      <p:ext uri="{BB962C8B-B14F-4D97-AF65-F5344CB8AC3E}">
        <p14:creationId xmlns:p14="http://schemas.microsoft.com/office/powerpoint/2010/main" val="2675058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138DC-DE18-9189-2EB4-ACD3FC778E87}"/>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E7D59B97-7CB6-0AB2-D3FA-84D61BC8DAC8}"/>
              </a:ext>
            </a:extLst>
          </p:cNvPr>
          <p:cNvPicPr>
            <a:picLocks noChangeAspect="1"/>
          </p:cNvPicPr>
          <p:nvPr/>
        </p:nvPicPr>
        <p:blipFill>
          <a:blip r:embed="rId3">
            <a:alphaModFix amt="81000"/>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2364043" y="2060123"/>
            <a:ext cx="3367925" cy="3367925"/>
          </a:xfrm>
          <a:prstGeom prst="rect">
            <a:avLst/>
          </a:prstGeom>
        </p:spPr>
      </p:pic>
      <p:pic>
        <p:nvPicPr>
          <p:cNvPr id="15" name="Picture 14">
            <a:extLst>
              <a:ext uri="{FF2B5EF4-FFF2-40B4-BE49-F238E27FC236}">
                <a16:creationId xmlns:a16="http://schemas.microsoft.com/office/drawing/2014/main" id="{7245927B-503D-4372-F785-E71CAC529F31}"/>
              </a:ext>
            </a:extLst>
          </p:cNvPr>
          <p:cNvPicPr>
            <a:picLocks noChangeAspect="1"/>
          </p:cNvPicPr>
          <p:nvPr/>
        </p:nvPicPr>
        <p:blipFill>
          <a:blip r:embed="rId3">
            <a:alphaModFix amt="81000"/>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1606959" y="2179997"/>
            <a:ext cx="3367925" cy="3367925"/>
          </a:xfrm>
          <a:prstGeom prst="rect">
            <a:avLst/>
          </a:prstGeom>
        </p:spPr>
      </p:pic>
      <p:grpSp>
        <p:nvGrpSpPr>
          <p:cNvPr id="2" name="Group 1">
            <a:extLst>
              <a:ext uri="{FF2B5EF4-FFF2-40B4-BE49-F238E27FC236}">
                <a16:creationId xmlns:a16="http://schemas.microsoft.com/office/drawing/2014/main" id="{C11AF193-202F-1D81-E198-7106D2F90CDA}"/>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1BF5EBAB-51BF-62A6-EF68-BA5C64CD06CE}"/>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B67FE803-D3ED-9FD5-7FB7-BAF10AC0150D}"/>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pic>
        <p:nvPicPr>
          <p:cNvPr id="14" name="Picture 13">
            <a:extLst>
              <a:ext uri="{FF2B5EF4-FFF2-40B4-BE49-F238E27FC236}">
                <a16:creationId xmlns:a16="http://schemas.microsoft.com/office/drawing/2014/main" id="{3DFACE4F-9799-AB0A-6C49-4E21309E5FCB}"/>
              </a:ext>
            </a:extLst>
          </p:cNvPr>
          <p:cNvPicPr>
            <a:picLocks noChangeAspect="1"/>
          </p:cNvPicPr>
          <p:nvPr/>
        </p:nvPicPr>
        <p:blipFill>
          <a:blip r:embed="rId3">
            <a:duotone>
              <a:prstClr val="black"/>
              <a:srgbClr val="FF0000">
                <a:tint val="45000"/>
                <a:satMod val="400000"/>
              </a:srgbClr>
            </a:duotone>
            <a:alphaModFix amt="81000"/>
            <a:extLst>
              <a:ext uri="{28A0092B-C50C-407E-A947-70E740481C1C}">
                <a14:useLocalDpi xmlns:a14="http://schemas.microsoft.com/office/drawing/2010/main" val="0"/>
              </a:ext>
            </a:extLst>
          </a:blip>
          <a:stretch>
            <a:fillRect/>
          </a:stretch>
        </p:blipFill>
        <p:spPr>
          <a:xfrm>
            <a:off x="967674" y="2231297"/>
            <a:ext cx="3367925" cy="3367925"/>
          </a:xfrm>
          <a:prstGeom prst="rect">
            <a:avLst/>
          </a:prstGeom>
        </p:spPr>
      </p:pic>
      <p:grpSp>
        <p:nvGrpSpPr>
          <p:cNvPr id="5" name="Group 4">
            <a:extLst>
              <a:ext uri="{FF2B5EF4-FFF2-40B4-BE49-F238E27FC236}">
                <a16:creationId xmlns:a16="http://schemas.microsoft.com/office/drawing/2014/main" id="{BD234958-A716-77A8-F49A-F91A97D701A1}"/>
              </a:ext>
            </a:extLst>
          </p:cNvPr>
          <p:cNvGrpSpPr/>
          <p:nvPr/>
        </p:nvGrpSpPr>
        <p:grpSpPr>
          <a:xfrm>
            <a:off x="1678858" y="380886"/>
            <a:ext cx="8834283" cy="1427982"/>
            <a:chOff x="4881714" y="4087647"/>
            <a:chExt cx="2428568" cy="830829"/>
          </a:xfrm>
        </p:grpSpPr>
        <p:sp>
          <p:nvSpPr>
            <p:cNvPr id="6" name="TextBox 5">
              <a:extLst>
                <a:ext uri="{FF2B5EF4-FFF2-40B4-BE49-F238E27FC236}">
                  <a16:creationId xmlns:a16="http://schemas.microsoft.com/office/drawing/2014/main" id="{00C31A38-B88A-A422-4148-7FB22DC1AE14}"/>
                </a:ext>
              </a:extLst>
            </p:cNvPr>
            <p:cNvSpPr txBox="1"/>
            <p:nvPr/>
          </p:nvSpPr>
          <p:spPr>
            <a:xfrm>
              <a:off x="4881714" y="4148472"/>
              <a:ext cx="2428568" cy="770004"/>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Hyperspectral Imaging ?</a:t>
              </a:r>
            </a:p>
          </p:txBody>
        </p:sp>
        <p:sp>
          <p:nvSpPr>
            <p:cNvPr id="7" name="Frame 6">
              <a:extLst>
                <a:ext uri="{FF2B5EF4-FFF2-40B4-BE49-F238E27FC236}">
                  <a16:creationId xmlns:a16="http://schemas.microsoft.com/office/drawing/2014/main" id="{B9666F3A-0224-D1BB-3F5D-A543B5D94B1A}"/>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pic>
        <p:nvPicPr>
          <p:cNvPr id="9" name="Picture 8">
            <a:extLst>
              <a:ext uri="{FF2B5EF4-FFF2-40B4-BE49-F238E27FC236}">
                <a16:creationId xmlns:a16="http://schemas.microsoft.com/office/drawing/2014/main" id="{565585C9-DFA9-16B2-13A8-1E1AC9F31B25}"/>
              </a:ext>
            </a:extLst>
          </p:cNvPr>
          <p:cNvPicPr>
            <a:picLocks noChangeAspect="1"/>
          </p:cNvPicPr>
          <p:nvPr/>
        </p:nvPicPr>
        <p:blipFill>
          <a:blip r:embed="rId3">
            <a:alphaModFix amt="71000"/>
            <a:extLst>
              <a:ext uri="{28A0092B-C50C-407E-A947-70E740481C1C}">
                <a14:useLocalDpi xmlns:a14="http://schemas.microsoft.com/office/drawing/2010/main" val="0"/>
              </a:ext>
            </a:extLst>
          </a:blip>
          <a:stretch>
            <a:fillRect/>
          </a:stretch>
        </p:blipFill>
        <p:spPr>
          <a:xfrm>
            <a:off x="303622" y="2241648"/>
            <a:ext cx="3367925" cy="3367925"/>
          </a:xfrm>
          <a:prstGeom prst="rect">
            <a:avLst/>
          </a:prstGeom>
        </p:spPr>
      </p:pic>
      <p:sp>
        <p:nvSpPr>
          <p:cNvPr id="11" name="TextBox 10">
            <a:extLst>
              <a:ext uri="{FF2B5EF4-FFF2-40B4-BE49-F238E27FC236}">
                <a16:creationId xmlns:a16="http://schemas.microsoft.com/office/drawing/2014/main" id="{ABD10790-3DEF-BD3A-FF64-6F56672810E7}"/>
              </a:ext>
            </a:extLst>
          </p:cNvPr>
          <p:cNvSpPr txBox="1"/>
          <p:nvPr/>
        </p:nvSpPr>
        <p:spPr>
          <a:xfrm>
            <a:off x="5900771" y="1848256"/>
            <a:ext cx="5909187" cy="4524315"/>
          </a:xfrm>
          <a:prstGeom prst="rect">
            <a:avLst/>
          </a:prstGeom>
          <a:noFill/>
        </p:spPr>
        <p:txBody>
          <a:bodyPr wrap="square" rtlCol="0">
            <a:spAutoFit/>
          </a:bodyPr>
          <a:lstStyle/>
          <a:p>
            <a:r>
              <a:rPr lang="en-IN" b="1" dirty="0">
                <a:solidFill>
                  <a:schemeClr val="bg1"/>
                </a:solidFill>
                <a:latin typeface="Agency FB" panose="020B0503020202020204" pitchFamily="34" charset="0"/>
              </a:rPr>
              <a:t>An RGB image represents visual information using three colour channels: Red (R), Green (G), and Blue (B). Each pixel is described by three intensity values corresponding to these channels, and their combination produces the colours visible to the human eye. RGB images provide information about the spatial appearance, colour, shape, texture, and boundaries of objects within a scene.</a:t>
            </a:r>
          </a:p>
          <a:p>
            <a:endParaRPr lang="en-IN" b="1" dirty="0">
              <a:solidFill>
                <a:schemeClr val="bg1"/>
              </a:solidFill>
              <a:latin typeface="Agency FB" panose="020B0503020202020204" pitchFamily="34" charset="0"/>
            </a:endParaRPr>
          </a:p>
          <a:p>
            <a:r>
              <a:rPr lang="en-IN" b="1" dirty="0">
                <a:solidFill>
                  <a:schemeClr val="bg1"/>
                </a:solidFill>
                <a:latin typeface="Agency FB" panose="020B0503020202020204" pitchFamily="34" charset="0"/>
              </a:rPr>
              <a:t>Key points:</a:t>
            </a:r>
          </a:p>
          <a:p>
            <a:pPr lvl="0"/>
            <a:r>
              <a:rPr lang="en-IN" b="1" dirty="0">
                <a:solidFill>
                  <a:schemeClr val="bg1"/>
                </a:solidFill>
                <a:latin typeface="Agency FB" panose="020B0503020202020204" pitchFamily="34" charset="0"/>
              </a:rPr>
              <a:t>3 spectral channels: Red, Green, and Blue </a:t>
            </a:r>
          </a:p>
          <a:p>
            <a:pPr lvl="0"/>
            <a:r>
              <a:rPr lang="en-IN" b="1" dirty="0">
                <a:solidFill>
                  <a:schemeClr val="bg1"/>
                </a:solidFill>
                <a:latin typeface="Agency FB" panose="020B0503020202020204" pitchFamily="34" charset="0"/>
              </a:rPr>
              <a:t>Provides spatial information — where objects and structures are located </a:t>
            </a:r>
          </a:p>
          <a:p>
            <a:pPr lvl="0"/>
            <a:r>
              <a:rPr lang="en-IN" b="1" dirty="0">
                <a:solidFill>
                  <a:schemeClr val="bg1"/>
                </a:solidFill>
                <a:latin typeface="Agency FB" panose="020B0503020202020204" pitchFamily="34" charset="0"/>
              </a:rPr>
              <a:t>Provides visible colour information </a:t>
            </a:r>
          </a:p>
          <a:p>
            <a:pPr lvl="0"/>
            <a:r>
              <a:rPr lang="en-IN" b="1" dirty="0">
                <a:solidFill>
                  <a:schemeClr val="bg1"/>
                </a:solidFill>
                <a:latin typeface="Agency FB" panose="020B0503020202020204" pitchFamily="34" charset="0"/>
              </a:rPr>
              <a:t>Helps identify shape, texture, edges, and boundaries</a:t>
            </a:r>
          </a:p>
          <a:p>
            <a:pPr lvl="0"/>
            <a:endParaRPr lang="en-IN" b="1" dirty="0">
              <a:solidFill>
                <a:schemeClr val="bg1"/>
              </a:solidFill>
              <a:latin typeface="Agency FB" panose="020B0503020202020204" pitchFamily="34" charset="0"/>
            </a:endParaRPr>
          </a:p>
          <a:p>
            <a:pPr lvl="0"/>
            <a:r>
              <a:rPr lang="en-IN" b="1" dirty="0">
                <a:solidFill>
                  <a:schemeClr val="bg1"/>
                </a:solidFill>
                <a:latin typeface="Agency FB" panose="020B0503020202020204" pitchFamily="34" charset="0"/>
              </a:rPr>
              <a:t>RGB provides rich visual and spatial information, but it captures only three broad portions of the electromagnetic spectrum.</a:t>
            </a:r>
          </a:p>
          <a:p>
            <a:endParaRPr lang="en-IN" b="1" dirty="0">
              <a:solidFill>
                <a:schemeClr val="bg1"/>
              </a:solidFill>
              <a:latin typeface="Agency FB" panose="020B0503020202020204" pitchFamily="34" charset="0"/>
            </a:endParaRPr>
          </a:p>
        </p:txBody>
      </p:sp>
      <p:sp>
        <p:nvSpPr>
          <p:cNvPr id="13" name="Frame 12">
            <a:extLst>
              <a:ext uri="{FF2B5EF4-FFF2-40B4-BE49-F238E27FC236}">
                <a16:creationId xmlns:a16="http://schemas.microsoft.com/office/drawing/2014/main" id="{0FA01A72-E2A0-02AE-88BA-76DFA54C3613}"/>
              </a:ext>
            </a:extLst>
          </p:cNvPr>
          <p:cNvSpPr/>
          <p:nvPr/>
        </p:nvSpPr>
        <p:spPr>
          <a:xfrm>
            <a:off x="5809447" y="1612549"/>
            <a:ext cx="6000512" cy="4611329"/>
          </a:xfrm>
          <a:prstGeom prst="frame">
            <a:avLst>
              <a:gd name="adj1" fmla="val 1626"/>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1269400508"/>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2EA57-E9D7-C226-993A-30692EB5C0C8}"/>
            </a:ext>
          </a:extLst>
        </p:cNvPr>
        <p:cNvGrpSpPr/>
        <p:nvPr/>
      </p:nvGrpSpPr>
      <p:grpSpPr>
        <a:xfrm>
          <a:off x="0" y="0"/>
          <a:ext cx="0" cy="0"/>
          <a:chOff x="0" y="0"/>
          <a:chExt cx="0" cy="0"/>
        </a:xfrm>
      </p:grpSpPr>
      <p:pic>
        <p:nvPicPr>
          <p:cNvPr id="16" name="Picture 15">
            <a:extLst>
              <a:ext uri="{FF2B5EF4-FFF2-40B4-BE49-F238E27FC236}">
                <a16:creationId xmlns:a16="http://schemas.microsoft.com/office/drawing/2014/main" id="{84B30194-8DF6-890E-B119-7E0E21B3AEA3}"/>
              </a:ext>
            </a:extLst>
          </p:cNvPr>
          <p:cNvPicPr>
            <a:picLocks noChangeAspect="1"/>
          </p:cNvPicPr>
          <p:nvPr/>
        </p:nvPicPr>
        <p:blipFill>
          <a:blip r:embed="rId2">
            <a:alphaModFix amt="8100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1172308" y="1984844"/>
            <a:ext cx="3367925" cy="3367925"/>
          </a:xfrm>
          <a:prstGeom prst="rect">
            <a:avLst/>
          </a:prstGeom>
        </p:spPr>
      </p:pic>
      <p:pic>
        <p:nvPicPr>
          <p:cNvPr id="18" name="Picture 17">
            <a:extLst>
              <a:ext uri="{FF2B5EF4-FFF2-40B4-BE49-F238E27FC236}">
                <a16:creationId xmlns:a16="http://schemas.microsoft.com/office/drawing/2014/main" id="{4C041A1C-0607-0676-922E-1110EDB66B62}"/>
              </a:ext>
            </a:extLst>
          </p:cNvPr>
          <p:cNvPicPr>
            <a:picLocks noChangeAspect="1"/>
          </p:cNvPicPr>
          <p:nvPr/>
        </p:nvPicPr>
        <p:blipFill>
          <a:blip r:embed="rId2">
            <a:alphaModFix amt="81000"/>
            <a:duotone>
              <a:prstClr val="black"/>
              <a:srgbClr val="FFC000">
                <a:tint val="45000"/>
                <a:satMod val="400000"/>
              </a:srgbClr>
            </a:duotone>
            <a:extLst>
              <a:ext uri="{28A0092B-C50C-407E-A947-70E740481C1C}">
                <a14:useLocalDpi xmlns:a14="http://schemas.microsoft.com/office/drawing/2010/main" val="0"/>
              </a:ext>
            </a:extLst>
          </a:blip>
          <a:stretch>
            <a:fillRect/>
          </a:stretch>
        </p:blipFill>
        <p:spPr>
          <a:xfrm>
            <a:off x="1172308" y="1978432"/>
            <a:ext cx="3367925" cy="3367925"/>
          </a:xfrm>
          <a:prstGeom prst="rect">
            <a:avLst/>
          </a:prstGeom>
        </p:spPr>
      </p:pic>
      <p:pic>
        <p:nvPicPr>
          <p:cNvPr id="20" name="Picture 19">
            <a:extLst>
              <a:ext uri="{FF2B5EF4-FFF2-40B4-BE49-F238E27FC236}">
                <a16:creationId xmlns:a16="http://schemas.microsoft.com/office/drawing/2014/main" id="{A98FB115-8BF3-E77A-14AA-E0C2A18E4D0A}"/>
              </a:ext>
            </a:extLst>
          </p:cNvPr>
          <p:cNvPicPr>
            <a:picLocks noChangeAspect="1"/>
          </p:cNvPicPr>
          <p:nvPr/>
        </p:nvPicPr>
        <p:blipFill>
          <a:blip r:embed="rId2">
            <a:alphaModFix amt="81000"/>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1172308" y="1991257"/>
            <a:ext cx="3367925" cy="3367925"/>
          </a:xfrm>
          <a:prstGeom prst="rect">
            <a:avLst/>
          </a:prstGeom>
        </p:spPr>
      </p:pic>
      <p:pic>
        <p:nvPicPr>
          <p:cNvPr id="22" name="Picture 21">
            <a:extLst>
              <a:ext uri="{FF2B5EF4-FFF2-40B4-BE49-F238E27FC236}">
                <a16:creationId xmlns:a16="http://schemas.microsoft.com/office/drawing/2014/main" id="{762AFBAB-5D50-752F-1998-1F74B0B86BD1}"/>
              </a:ext>
            </a:extLst>
          </p:cNvPr>
          <p:cNvPicPr>
            <a:picLocks noChangeAspect="1"/>
          </p:cNvPicPr>
          <p:nvPr/>
        </p:nvPicPr>
        <p:blipFill>
          <a:blip r:embed="rId2">
            <a:alphaModFix amt="81000"/>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1172308" y="2016907"/>
            <a:ext cx="3367925" cy="3367925"/>
          </a:xfrm>
          <a:prstGeom prst="rect">
            <a:avLst/>
          </a:prstGeom>
        </p:spPr>
      </p:pic>
      <p:pic>
        <p:nvPicPr>
          <p:cNvPr id="24" name="Picture 23">
            <a:extLst>
              <a:ext uri="{FF2B5EF4-FFF2-40B4-BE49-F238E27FC236}">
                <a16:creationId xmlns:a16="http://schemas.microsoft.com/office/drawing/2014/main" id="{32F0453C-8177-F8A5-3F39-24CC2C7D0F2C}"/>
              </a:ext>
            </a:extLst>
          </p:cNvPr>
          <p:cNvPicPr>
            <a:picLocks noChangeAspect="1"/>
          </p:cNvPicPr>
          <p:nvPr/>
        </p:nvPicPr>
        <p:blipFill>
          <a:blip r:embed="rId2">
            <a:alphaModFix amt="81000"/>
            <a:duotone>
              <a:prstClr val="black"/>
              <a:srgbClr val="7030A0">
                <a:tint val="45000"/>
                <a:satMod val="400000"/>
              </a:srgbClr>
            </a:duotone>
            <a:extLst>
              <a:ext uri="{28A0092B-C50C-407E-A947-70E740481C1C}">
                <a14:useLocalDpi xmlns:a14="http://schemas.microsoft.com/office/drawing/2010/main" val="0"/>
              </a:ext>
            </a:extLst>
          </a:blip>
          <a:stretch>
            <a:fillRect/>
          </a:stretch>
        </p:blipFill>
        <p:spPr>
          <a:xfrm>
            <a:off x="1172308" y="2004082"/>
            <a:ext cx="3367925" cy="3367925"/>
          </a:xfrm>
          <a:prstGeom prst="rect">
            <a:avLst/>
          </a:prstGeom>
        </p:spPr>
      </p:pic>
      <p:grpSp>
        <p:nvGrpSpPr>
          <p:cNvPr id="2" name="Group 1">
            <a:extLst>
              <a:ext uri="{FF2B5EF4-FFF2-40B4-BE49-F238E27FC236}">
                <a16:creationId xmlns:a16="http://schemas.microsoft.com/office/drawing/2014/main" id="{1BA87040-FB6A-43C7-F7B9-E3F00179B52D}"/>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3CC12737-176B-A758-3410-705F3C70C9A1}"/>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F1BB54A3-3D5D-D381-932C-5F5DC419F417}"/>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A5ED98DE-B4B9-BF6A-598B-6A539FF9ECA9}"/>
              </a:ext>
            </a:extLst>
          </p:cNvPr>
          <p:cNvGrpSpPr/>
          <p:nvPr/>
        </p:nvGrpSpPr>
        <p:grpSpPr>
          <a:xfrm>
            <a:off x="1678858" y="380886"/>
            <a:ext cx="8834283" cy="1427982"/>
            <a:chOff x="4881714" y="4087647"/>
            <a:chExt cx="2428568" cy="830829"/>
          </a:xfrm>
        </p:grpSpPr>
        <p:sp>
          <p:nvSpPr>
            <p:cNvPr id="6" name="TextBox 5">
              <a:extLst>
                <a:ext uri="{FF2B5EF4-FFF2-40B4-BE49-F238E27FC236}">
                  <a16:creationId xmlns:a16="http://schemas.microsoft.com/office/drawing/2014/main" id="{C9EB995C-A979-3F89-8C03-87862F1788D6}"/>
                </a:ext>
              </a:extLst>
            </p:cNvPr>
            <p:cNvSpPr txBox="1"/>
            <p:nvPr/>
          </p:nvSpPr>
          <p:spPr>
            <a:xfrm>
              <a:off x="4881714" y="4148472"/>
              <a:ext cx="2428568" cy="770004"/>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Hyperspectral Imaging ?</a:t>
              </a:r>
            </a:p>
          </p:txBody>
        </p:sp>
        <p:sp>
          <p:nvSpPr>
            <p:cNvPr id="7" name="Frame 6">
              <a:extLst>
                <a:ext uri="{FF2B5EF4-FFF2-40B4-BE49-F238E27FC236}">
                  <a16:creationId xmlns:a16="http://schemas.microsoft.com/office/drawing/2014/main" id="{AB6C5C91-9EC5-2B20-41B1-6DFB7568B14E}"/>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pic>
        <p:nvPicPr>
          <p:cNvPr id="9" name="Picture 8">
            <a:extLst>
              <a:ext uri="{FF2B5EF4-FFF2-40B4-BE49-F238E27FC236}">
                <a16:creationId xmlns:a16="http://schemas.microsoft.com/office/drawing/2014/main" id="{79A555A1-BDC4-541F-F311-4C1BEFB9D2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2307" y="2010494"/>
            <a:ext cx="3367925" cy="3367925"/>
          </a:xfrm>
          <a:prstGeom prst="rect">
            <a:avLst/>
          </a:prstGeom>
        </p:spPr>
      </p:pic>
      <p:grpSp>
        <p:nvGrpSpPr>
          <p:cNvPr id="14" name="Group 13">
            <a:extLst>
              <a:ext uri="{FF2B5EF4-FFF2-40B4-BE49-F238E27FC236}">
                <a16:creationId xmlns:a16="http://schemas.microsoft.com/office/drawing/2014/main" id="{69D3582C-1AB5-5021-1C62-4E56FE807EDF}"/>
              </a:ext>
            </a:extLst>
          </p:cNvPr>
          <p:cNvGrpSpPr/>
          <p:nvPr/>
        </p:nvGrpSpPr>
        <p:grpSpPr>
          <a:xfrm>
            <a:off x="5671593" y="1607082"/>
            <a:ext cx="5991194" cy="4870032"/>
            <a:chOff x="5486400" y="1573161"/>
            <a:chExt cx="6292645" cy="4814412"/>
          </a:xfrm>
        </p:grpSpPr>
        <p:sp>
          <p:nvSpPr>
            <p:cNvPr id="11" name="Frame 10">
              <a:extLst>
                <a:ext uri="{FF2B5EF4-FFF2-40B4-BE49-F238E27FC236}">
                  <a16:creationId xmlns:a16="http://schemas.microsoft.com/office/drawing/2014/main" id="{2E79C3F6-AA34-9AC3-470A-D133DEFEC970}"/>
                </a:ext>
              </a:extLst>
            </p:cNvPr>
            <p:cNvSpPr/>
            <p:nvPr/>
          </p:nvSpPr>
          <p:spPr>
            <a:xfrm>
              <a:off x="5486400" y="1573161"/>
              <a:ext cx="6292645" cy="4611329"/>
            </a:xfrm>
            <a:prstGeom prst="frame">
              <a:avLst>
                <a:gd name="adj1" fmla="val 1626"/>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E02EAB8-E53E-9AA7-70BE-A74069F676A0}"/>
                    </a:ext>
                  </a:extLst>
                </p:cNvPr>
                <p:cNvSpPr txBox="1"/>
                <p:nvPr/>
              </p:nvSpPr>
              <p:spPr>
                <a:xfrm>
                  <a:off x="5779423" y="1808868"/>
                  <a:ext cx="5909187" cy="4578705"/>
                </a:xfrm>
                <a:prstGeom prst="rect">
                  <a:avLst/>
                </a:prstGeom>
                <a:noFill/>
              </p:spPr>
              <p:txBody>
                <a:bodyPr wrap="square" rtlCol="0">
                  <a:spAutoFit/>
                </a:bodyPr>
                <a:lstStyle/>
                <a:p>
                  <a:r>
                    <a:rPr lang="en-IN" b="1" dirty="0">
                      <a:solidFill>
                        <a:schemeClr val="bg1"/>
                      </a:solidFill>
                      <a:latin typeface="Agency FB" panose="020B0503020202020204" pitchFamily="34" charset="0"/>
                    </a:rPr>
                    <a:t>A hyperspectral image captures information across many narrow and continuous spectral bands, rather than only the three Red, Green, and Blue channels. Each pixel contains both its spatial location and a detailed spectral signature, representing how that point interacts with light across different wavelengths.</a:t>
                  </a:r>
                </a:p>
                <a:p>
                  <a:r>
                    <a:rPr lang="en-IN" b="1" dirty="0">
                      <a:solidFill>
                        <a:schemeClr val="bg1"/>
                      </a:solidFill>
                      <a:latin typeface="Agency FB" panose="020B0503020202020204" pitchFamily="34" charset="0"/>
                    </a:rPr>
                    <a:t>Key points:</a:t>
                  </a:r>
                </a:p>
                <a:p>
                  <a:pPr lvl="0"/>
                  <a:r>
                    <a:rPr lang="en-IN" b="1" dirty="0">
                      <a:solidFill>
                        <a:schemeClr val="bg1"/>
                      </a:solidFill>
                      <a:latin typeface="Agency FB" panose="020B0503020202020204" pitchFamily="34" charset="0"/>
                    </a:rPr>
                    <a:t>Hundreds of spectral channels/bands instead of only 3 </a:t>
                  </a:r>
                </a:p>
                <a:p>
                  <a:pPr lvl="0"/>
                  <a:r>
                    <a:rPr lang="en-IN" b="1" dirty="0">
                      <a:solidFill>
                        <a:schemeClr val="bg1"/>
                      </a:solidFill>
                      <a:latin typeface="Agency FB" panose="020B0503020202020204" pitchFamily="34" charset="0"/>
                    </a:rPr>
                    <a:t>Provides spatial information — location, shape, texture, and boundaries </a:t>
                  </a:r>
                </a:p>
                <a:p>
                  <a:pPr lvl="0"/>
                  <a:r>
                    <a:rPr lang="en-IN" b="1" dirty="0">
                      <a:solidFill>
                        <a:schemeClr val="bg1"/>
                      </a:solidFill>
                      <a:latin typeface="Agency FB" panose="020B0503020202020204" pitchFamily="34" charset="0"/>
                    </a:rPr>
                    <a:t>Provides detailed spectral information for every pixel </a:t>
                  </a:r>
                </a:p>
                <a:p>
                  <a:pPr lvl="0"/>
                  <a:r>
                    <a:rPr lang="en-IN" b="1" dirty="0">
                      <a:solidFill>
                        <a:schemeClr val="bg1"/>
                      </a:solidFill>
                      <a:latin typeface="Agency FB" panose="020B0503020202020204" pitchFamily="34" charset="0"/>
                    </a:rPr>
                    <a:t>Each pixel is represented as a spectral signature: </a:t>
                  </a:r>
                </a:p>
                <a:p>
                  <a:pPr/>
                  <a14:m>
                    <m:oMathPara xmlns:m="http://schemas.openxmlformats.org/officeDocument/2006/math">
                      <m:oMath>
                        <m:borderBox>
                          <m:borderBoxPr>
                            <m:ctrlPr>
                              <a:rPr lang="en-IN" b="1" i="1" smtClean="0">
                                <a:solidFill>
                                  <a:schemeClr val="bg1"/>
                                </a:solidFill>
                                <a:latin typeface="Cambria Math" panose="02040503050406030204" pitchFamily="18" charset="0"/>
                              </a:rPr>
                            </m:ctrlPr>
                          </m:borderBoxPr>
                          <m:e>
                            <m:d>
                              <m:dPr>
                                <m:begChr m:val="["/>
                                <m:endChr m:val="]"/>
                                <m:sepChr m:val=","/>
                                <m:ctrlPr>
                                  <a:rPr lang="en-IN" b="1" i="1" smtClean="0">
                                    <a:solidFill>
                                      <a:schemeClr val="bg1"/>
                                    </a:solidFill>
                                    <a:latin typeface="Cambria Math" panose="02040503050406030204" pitchFamily="18" charset="0"/>
                                  </a:rPr>
                                </m:ctrlPr>
                              </m:dPr>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𝟏</m:t>
                                        </m:r>
                                      </m:sub>
                                    </m:sSub>
                                  </m:sub>
                                </m:sSub>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𝟐</m:t>
                                        </m:r>
                                      </m:sub>
                                    </m:sSub>
                                  </m:sub>
                                </m:sSub>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𝟑</m:t>
                                        </m:r>
                                      </m:sub>
                                    </m:sSub>
                                  </m:sub>
                                </m:sSub>
                              </m:e>
                              <m:e>
                                <m:r>
                                  <a:rPr lang="en-IN" b="1" smtClean="0">
                                    <a:solidFill>
                                      <a:schemeClr val="bg1"/>
                                    </a:solidFill>
                                    <a:latin typeface="Cambria Math" panose="02040503050406030204" pitchFamily="18" charset="0"/>
                                  </a:rPr>
                                  <m:t>…</m:t>
                                </m:r>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𝒏</m:t>
                                        </m:r>
                                      </m:sub>
                                    </m:sSub>
                                  </m:sub>
                                </m:sSub>
                              </m:e>
                            </m:d>
                          </m:e>
                        </m:borderBox>
                      </m:oMath>
                    </m:oMathPara>
                  </a14:m>
                  <a:endParaRPr lang="en-IN" b="1" dirty="0">
                    <a:solidFill>
                      <a:schemeClr val="bg1"/>
                    </a:solidFill>
                    <a:latin typeface="Agency FB" panose="020B0503020202020204" pitchFamily="34" charset="0"/>
                  </a:endParaRPr>
                </a:p>
                <a:p>
                  <a:pPr lvl="0"/>
                  <a:r>
                    <a:rPr lang="en-IN" b="1" dirty="0">
                      <a:solidFill>
                        <a:schemeClr val="bg1"/>
                      </a:solidFill>
                      <a:latin typeface="Agency FB" panose="020B0503020202020204" pitchFamily="34" charset="0"/>
                    </a:rPr>
                    <a:t>Different materials or tissues can have different spectral signatures, even when they appear visually similar</a:t>
                  </a:r>
                </a:p>
                <a:p>
                  <a:endParaRPr lang="en-IN" b="1" dirty="0">
                    <a:solidFill>
                      <a:schemeClr val="bg1"/>
                    </a:solidFill>
                    <a:latin typeface="Agency FB" panose="020B0503020202020204" pitchFamily="34" charset="0"/>
                  </a:endParaRPr>
                </a:p>
              </p:txBody>
            </p:sp>
          </mc:Choice>
          <mc:Fallback xmlns="">
            <p:sp>
              <p:nvSpPr>
                <p:cNvPr id="13" name="TextBox 12">
                  <a:extLst>
                    <a:ext uri="{FF2B5EF4-FFF2-40B4-BE49-F238E27FC236}">
                      <a16:creationId xmlns:a16="http://schemas.microsoft.com/office/drawing/2014/main" id="{8E02EAB8-E53E-9AA7-70BE-A74069F676A0}"/>
                    </a:ext>
                  </a:extLst>
                </p:cNvPr>
                <p:cNvSpPr txBox="1">
                  <a:spLocks noRot="1" noChangeAspect="1" noMove="1" noResize="1" noEditPoints="1" noAdjustHandles="1" noChangeArrowheads="1" noChangeShapeType="1" noTextEdit="1"/>
                </p:cNvSpPr>
                <p:nvPr/>
              </p:nvSpPr>
              <p:spPr>
                <a:xfrm>
                  <a:off x="5779423" y="1808868"/>
                  <a:ext cx="5909187" cy="4578705"/>
                </a:xfrm>
                <a:prstGeom prst="rect">
                  <a:avLst/>
                </a:prstGeom>
                <a:blipFill>
                  <a:blip r:embed="rId3"/>
                  <a:stretch>
                    <a:fillRect l="-867" t="-789" r="-1192"/>
                  </a:stretch>
                </a:blipFill>
              </p:spPr>
              <p:txBody>
                <a:bodyPr/>
                <a:lstStyle/>
                <a:p>
                  <a:r>
                    <a:rPr lang="en-IN">
                      <a:noFill/>
                    </a:rPr>
                    <a:t> </a:t>
                  </a:r>
                </a:p>
              </p:txBody>
            </p:sp>
          </mc:Fallback>
        </mc:AlternateContent>
      </p:grpSp>
    </p:spTree>
    <p:extLst>
      <p:ext uri="{BB962C8B-B14F-4D97-AF65-F5344CB8AC3E}">
        <p14:creationId xmlns:p14="http://schemas.microsoft.com/office/powerpoint/2010/main" val="41648162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B73D8-500B-4E59-5DA6-2E07EDD5E636}"/>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F88B4BBB-242C-D2A2-A602-8E4B825DB497}"/>
              </a:ext>
            </a:extLst>
          </p:cNvPr>
          <p:cNvPicPr>
            <a:picLocks noChangeAspect="1"/>
          </p:cNvPicPr>
          <p:nvPr/>
        </p:nvPicPr>
        <p:blipFill>
          <a:blip r:embed="rId2">
            <a:alphaModFix amt="81000"/>
            <a:duotone>
              <a:prstClr val="black"/>
              <a:srgbClr val="FF0000">
                <a:tint val="45000"/>
                <a:satMod val="400000"/>
              </a:srgbClr>
            </a:duotone>
            <a:extLst>
              <a:ext uri="{28A0092B-C50C-407E-A947-70E740481C1C}">
                <a14:useLocalDpi xmlns:a14="http://schemas.microsoft.com/office/drawing/2010/main" val="0"/>
              </a:ext>
            </a:extLst>
          </a:blip>
          <a:stretch>
            <a:fillRect/>
          </a:stretch>
        </p:blipFill>
        <p:spPr>
          <a:xfrm>
            <a:off x="2160964" y="2105267"/>
            <a:ext cx="3367925" cy="3367925"/>
          </a:xfrm>
          <a:prstGeom prst="rect">
            <a:avLst/>
          </a:prstGeom>
        </p:spPr>
      </p:pic>
      <p:pic>
        <p:nvPicPr>
          <p:cNvPr id="16" name="Picture 15">
            <a:extLst>
              <a:ext uri="{FF2B5EF4-FFF2-40B4-BE49-F238E27FC236}">
                <a16:creationId xmlns:a16="http://schemas.microsoft.com/office/drawing/2014/main" id="{4115A675-7826-34CF-E1CD-F5B82FE0A1BB}"/>
              </a:ext>
            </a:extLst>
          </p:cNvPr>
          <p:cNvPicPr>
            <a:picLocks noChangeAspect="1"/>
          </p:cNvPicPr>
          <p:nvPr/>
        </p:nvPicPr>
        <p:blipFill>
          <a:blip r:embed="rId2">
            <a:alphaModFix amt="81000"/>
            <a:duotone>
              <a:prstClr val="black"/>
              <a:srgbClr val="FFC000">
                <a:tint val="45000"/>
                <a:satMod val="400000"/>
              </a:srgbClr>
            </a:duotone>
            <a:extLst>
              <a:ext uri="{28A0092B-C50C-407E-A947-70E740481C1C}">
                <a14:useLocalDpi xmlns:a14="http://schemas.microsoft.com/office/drawing/2010/main" val="0"/>
              </a:ext>
            </a:extLst>
          </a:blip>
          <a:stretch>
            <a:fillRect/>
          </a:stretch>
        </p:blipFill>
        <p:spPr>
          <a:xfrm>
            <a:off x="1815029" y="2079617"/>
            <a:ext cx="3367925" cy="3367925"/>
          </a:xfrm>
          <a:prstGeom prst="rect">
            <a:avLst/>
          </a:prstGeom>
        </p:spPr>
      </p:pic>
      <p:pic>
        <p:nvPicPr>
          <p:cNvPr id="15" name="Picture 14">
            <a:extLst>
              <a:ext uri="{FF2B5EF4-FFF2-40B4-BE49-F238E27FC236}">
                <a16:creationId xmlns:a16="http://schemas.microsoft.com/office/drawing/2014/main" id="{FB185F6D-2C65-7F84-9632-11FCD9B6A240}"/>
              </a:ext>
            </a:extLst>
          </p:cNvPr>
          <p:cNvPicPr>
            <a:picLocks noChangeAspect="1"/>
          </p:cNvPicPr>
          <p:nvPr/>
        </p:nvPicPr>
        <p:blipFill>
          <a:blip r:embed="rId2">
            <a:alphaModFix amt="81000"/>
            <a:duotone>
              <a:prstClr val="black"/>
              <a:srgbClr val="00B050">
                <a:tint val="45000"/>
                <a:satMod val="400000"/>
              </a:srgbClr>
            </a:duotone>
            <a:extLst>
              <a:ext uri="{28A0092B-C50C-407E-A947-70E740481C1C}">
                <a14:useLocalDpi xmlns:a14="http://schemas.microsoft.com/office/drawing/2010/main" val="0"/>
              </a:ext>
            </a:extLst>
          </a:blip>
          <a:stretch>
            <a:fillRect/>
          </a:stretch>
        </p:blipFill>
        <p:spPr>
          <a:xfrm>
            <a:off x="1497805" y="2066792"/>
            <a:ext cx="3367925" cy="3367925"/>
          </a:xfrm>
          <a:prstGeom prst="rect">
            <a:avLst/>
          </a:prstGeom>
        </p:spPr>
      </p:pic>
      <p:pic>
        <p:nvPicPr>
          <p:cNvPr id="14" name="Picture 13">
            <a:extLst>
              <a:ext uri="{FF2B5EF4-FFF2-40B4-BE49-F238E27FC236}">
                <a16:creationId xmlns:a16="http://schemas.microsoft.com/office/drawing/2014/main" id="{1E25133C-9FE3-43AE-1A65-5F2F9F35B982}"/>
              </a:ext>
            </a:extLst>
          </p:cNvPr>
          <p:cNvPicPr>
            <a:picLocks noChangeAspect="1"/>
          </p:cNvPicPr>
          <p:nvPr/>
        </p:nvPicPr>
        <p:blipFill>
          <a:blip r:embed="rId2">
            <a:alphaModFix amt="81000"/>
            <a:duotone>
              <a:prstClr val="black"/>
              <a:srgbClr val="0070C0">
                <a:tint val="45000"/>
                <a:satMod val="400000"/>
              </a:srgbClr>
            </a:duotone>
            <a:extLst>
              <a:ext uri="{28A0092B-C50C-407E-A947-70E740481C1C}">
                <a14:useLocalDpi xmlns:a14="http://schemas.microsoft.com/office/drawing/2010/main" val="0"/>
              </a:ext>
            </a:extLst>
          </a:blip>
          <a:stretch>
            <a:fillRect/>
          </a:stretch>
        </p:blipFill>
        <p:spPr>
          <a:xfrm>
            <a:off x="1139577" y="2066792"/>
            <a:ext cx="3367925" cy="3367925"/>
          </a:xfrm>
          <a:prstGeom prst="rect">
            <a:avLst/>
          </a:prstGeom>
        </p:spPr>
      </p:pic>
      <p:pic>
        <p:nvPicPr>
          <p:cNvPr id="13" name="Picture 12">
            <a:extLst>
              <a:ext uri="{FF2B5EF4-FFF2-40B4-BE49-F238E27FC236}">
                <a16:creationId xmlns:a16="http://schemas.microsoft.com/office/drawing/2014/main" id="{9EEA8702-47D8-B3AF-18B3-A7229EFCECF6}"/>
              </a:ext>
            </a:extLst>
          </p:cNvPr>
          <p:cNvPicPr>
            <a:picLocks noChangeAspect="1"/>
          </p:cNvPicPr>
          <p:nvPr/>
        </p:nvPicPr>
        <p:blipFill>
          <a:blip r:embed="rId2">
            <a:alphaModFix amt="81000"/>
            <a:duotone>
              <a:prstClr val="black"/>
              <a:srgbClr val="7030A0">
                <a:tint val="45000"/>
                <a:satMod val="400000"/>
              </a:srgbClr>
            </a:duotone>
            <a:extLst>
              <a:ext uri="{28A0092B-C50C-407E-A947-70E740481C1C}">
                <a14:useLocalDpi xmlns:a14="http://schemas.microsoft.com/office/drawing/2010/main" val="0"/>
              </a:ext>
            </a:extLst>
          </a:blip>
          <a:stretch>
            <a:fillRect/>
          </a:stretch>
        </p:blipFill>
        <p:spPr>
          <a:xfrm>
            <a:off x="747525" y="2092442"/>
            <a:ext cx="3367925" cy="3367925"/>
          </a:xfrm>
          <a:prstGeom prst="rect">
            <a:avLst/>
          </a:prstGeom>
        </p:spPr>
      </p:pic>
      <p:grpSp>
        <p:nvGrpSpPr>
          <p:cNvPr id="2" name="Group 1">
            <a:extLst>
              <a:ext uri="{FF2B5EF4-FFF2-40B4-BE49-F238E27FC236}">
                <a16:creationId xmlns:a16="http://schemas.microsoft.com/office/drawing/2014/main" id="{F43AF834-4D80-1C06-81B9-289606F2C240}"/>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75CEB05C-5DA0-A540-10A6-2A7E45554025}"/>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05D35A32-BF4E-DBFD-AF79-32277F4CF598}"/>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220F5BEF-A9B0-CE71-1EBE-2BC1A4D8B00C}"/>
              </a:ext>
            </a:extLst>
          </p:cNvPr>
          <p:cNvGrpSpPr/>
          <p:nvPr/>
        </p:nvGrpSpPr>
        <p:grpSpPr>
          <a:xfrm>
            <a:off x="1678858" y="380886"/>
            <a:ext cx="8834283" cy="1427982"/>
            <a:chOff x="4881714" y="4087647"/>
            <a:chExt cx="2428568" cy="830829"/>
          </a:xfrm>
        </p:grpSpPr>
        <p:sp>
          <p:nvSpPr>
            <p:cNvPr id="6" name="TextBox 5">
              <a:extLst>
                <a:ext uri="{FF2B5EF4-FFF2-40B4-BE49-F238E27FC236}">
                  <a16:creationId xmlns:a16="http://schemas.microsoft.com/office/drawing/2014/main" id="{7484766A-4F0F-7A3E-3333-1D7FC69BF5F0}"/>
                </a:ext>
              </a:extLst>
            </p:cNvPr>
            <p:cNvSpPr txBox="1"/>
            <p:nvPr/>
          </p:nvSpPr>
          <p:spPr>
            <a:xfrm>
              <a:off x="4881714" y="4148472"/>
              <a:ext cx="2428568" cy="770004"/>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Hyperspectral Imaging ?</a:t>
              </a:r>
            </a:p>
          </p:txBody>
        </p:sp>
        <p:sp>
          <p:nvSpPr>
            <p:cNvPr id="7" name="Frame 6">
              <a:extLst>
                <a:ext uri="{FF2B5EF4-FFF2-40B4-BE49-F238E27FC236}">
                  <a16:creationId xmlns:a16="http://schemas.microsoft.com/office/drawing/2014/main" id="{6CFCD21B-859D-2299-5E25-F1BCB0394216}"/>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pic>
        <p:nvPicPr>
          <p:cNvPr id="9" name="Picture 8">
            <a:extLst>
              <a:ext uri="{FF2B5EF4-FFF2-40B4-BE49-F238E27FC236}">
                <a16:creationId xmlns:a16="http://schemas.microsoft.com/office/drawing/2014/main" id="{3A8DDF27-CC10-555C-AAED-F931E23FFBCC}"/>
              </a:ext>
            </a:extLst>
          </p:cNvPr>
          <p:cNvPicPr>
            <a:picLocks noChangeAspect="1"/>
          </p:cNvPicPr>
          <p:nvPr/>
        </p:nvPicPr>
        <p:blipFill>
          <a:blip r:embed="rId2">
            <a:alphaModFix amt="73000"/>
            <a:extLst>
              <a:ext uri="{28A0092B-C50C-407E-A947-70E740481C1C}">
                <a14:useLocalDpi xmlns:a14="http://schemas.microsoft.com/office/drawing/2010/main" val="0"/>
              </a:ext>
            </a:extLst>
          </a:blip>
          <a:stretch>
            <a:fillRect/>
          </a:stretch>
        </p:blipFill>
        <p:spPr>
          <a:xfrm>
            <a:off x="206477" y="2118092"/>
            <a:ext cx="3367925" cy="3367925"/>
          </a:xfrm>
          <a:prstGeom prst="rect">
            <a:avLst/>
          </a:prstGeom>
        </p:spPr>
      </p:pic>
      <p:grpSp>
        <p:nvGrpSpPr>
          <p:cNvPr id="10" name="Group 9">
            <a:extLst>
              <a:ext uri="{FF2B5EF4-FFF2-40B4-BE49-F238E27FC236}">
                <a16:creationId xmlns:a16="http://schemas.microsoft.com/office/drawing/2014/main" id="{2F9A4776-5FFF-1A91-5E35-F2BD28BDDFC8}"/>
              </a:ext>
            </a:extLst>
          </p:cNvPr>
          <p:cNvGrpSpPr/>
          <p:nvPr/>
        </p:nvGrpSpPr>
        <p:grpSpPr>
          <a:xfrm>
            <a:off x="5858406" y="1607082"/>
            <a:ext cx="5991194" cy="4870032"/>
            <a:chOff x="5486400" y="1573161"/>
            <a:chExt cx="6292645" cy="4814412"/>
          </a:xfrm>
        </p:grpSpPr>
        <p:sp>
          <p:nvSpPr>
            <p:cNvPr id="11" name="Frame 10">
              <a:extLst>
                <a:ext uri="{FF2B5EF4-FFF2-40B4-BE49-F238E27FC236}">
                  <a16:creationId xmlns:a16="http://schemas.microsoft.com/office/drawing/2014/main" id="{8C6DA5A9-2245-24B3-C31F-2982B9FFCCF9}"/>
                </a:ext>
              </a:extLst>
            </p:cNvPr>
            <p:cNvSpPr/>
            <p:nvPr/>
          </p:nvSpPr>
          <p:spPr>
            <a:xfrm>
              <a:off x="5486400" y="1573161"/>
              <a:ext cx="6292645" cy="4611329"/>
            </a:xfrm>
            <a:prstGeom prst="frame">
              <a:avLst>
                <a:gd name="adj1" fmla="val 1626"/>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59F141C5-E50B-B06D-B081-6F20B8156753}"/>
                    </a:ext>
                  </a:extLst>
                </p:cNvPr>
                <p:cNvSpPr txBox="1"/>
                <p:nvPr/>
              </p:nvSpPr>
              <p:spPr>
                <a:xfrm>
                  <a:off x="5779423" y="1808868"/>
                  <a:ext cx="5909187" cy="4578705"/>
                </a:xfrm>
                <a:prstGeom prst="rect">
                  <a:avLst/>
                </a:prstGeom>
                <a:noFill/>
              </p:spPr>
              <p:txBody>
                <a:bodyPr wrap="square" rtlCol="0">
                  <a:spAutoFit/>
                </a:bodyPr>
                <a:lstStyle/>
                <a:p>
                  <a:r>
                    <a:rPr lang="en-IN" b="1" dirty="0">
                      <a:solidFill>
                        <a:schemeClr val="bg1"/>
                      </a:solidFill>
                      <a:latin typeface="Agency FB" panose="020B0503020202020204" pitchFamily="34" charset="0"/>
                    </a:rPr>
                    <a:t>A hyperspectral image captures information across many narrow and continuous spectral bands, rather than only the three Red, Green, and Blue channels. Each pixel contains both its spatial location and a detailed spectral signature, representing how that point interacts with light across different wavelengths.</a:t>
                  </a:r>
                </a:p>
                <a:p>
                  <a:r>
                    <a:rPr lang="en-IN" b="1" dirty="0">
                      <a:solidFill>
                        <a:schemeClr val="bg1"/>
                      </a:solidFill>
                      <a:latin typeface="Agency FB" panose="020B0503020202020204" pitchFamily="34" charset="0"/>
                    </a:rPr>
                    <a:t>Key points:</a:t>
                  </a:r>
                </a:p>
                <a:p>
                  <a:pPr lvl="0"/>
                  <a:r>
                    <a:rPr lang="en-IN" b="1" dirty="0">
                      <a:solidFill>
                        <a:schemeClr val="bg1"/>
                      </a:solidFill>
                      <a:latin typeface="Agency FB" panose="020B0503020202020204" pitchFamily="34" charset="0"/>
                    </a:rPr>
                    <a:t>Hundreds of spectral channels/bands instead of only 3 </a:t>
                  </a:r>
                </a:p>
                <a:p>
                  <a:pPr lvl="0"/>
                  <a:r>
                    <a:rPr lang="en-IN" b="1" dirty="0">
                      <a:solidFill>
                        <a:schemeClr val="bg1"/>
                      </a:solidFill>
                      <a:latin typeface="Agency FB" panose="020B0503020202020204" pitchFamily="34" charset="0"/>
                    </a:rPr>
                    <a:t>Provides spatial information — location, shape, texture, and boundaries </a:t>
                  </a:r>
                </a:p>
                <a:p>
                  <a:pPr lvl="0"/>
                  <a:r>
                    <a:rPr lang="en-IN" b="1" dirty="0">
                      <a:solidFill>
                        <a:schemeClr val="bg1"/>
                      </a:solidFill>
                      <a:latin typeface="Agency FB" panose="020B0503020202020204" pitchFamily="34" charset="0"/>
                    </a:rPr>
                    <a:t>Provides detailed spectral information for every pixel </a:t>
                  </a:r>
                </a:p>
                <a:p>
                  <a:pPr lvl="0"/>
                  <a:r>
                    <a:rPr lang="en-IN" b="1" dirty="0">
                      <a:solidFill>
                        <a:schemeClr val="bg1"/>
                      </a:solidFill>
                      <a:latin typeface="Agency FB" panose="020B0503020202020204" pitchFamily="34" charset="0"/>
                    </a:rPr>
                    <a:t>Each pixel is represented as a spectral signature: </a:t>
                  </a:r>
                </a:p>
                <a:p>
                  <a:pPr/>
                  <a14:m>
                    <m:oMathPara xmlns:m="http://schemas.openxmlformats.org/officeDocument/2006/math">
                      <m:oMath>
                        <m:borderBox>
                          <m:borderBoxPr>
                            <m:ctrlPr>
                              <a:rPr lang="en-IN" b="1" i="1" smtClean="0">
                                <a:solidFill>
                                  <a:schemeClr val="bg1"/>
                                </a:solidFill>
                                <a:latin typeface="Cambria Math" panose="02040503050406030204" pitchFamily="18" charset="0"/>
                              </a:rPr>
                            </m:ctrlPr>
                          </m:borderBoxPr>
                          <m:e>
                            <m:d>
                              <m:dPr>
                                <m:begChr m:val="["/>
                                <m:endChr m:val="]"/>
                                <m:sepChr m:val=","/>
                                <m:ctrlPr>
                                  <a:rPr lang="en-IN" b="1" i="1" smtClean="0">
                                    <a:solidFill>
                                      <a:schemeClr val="bg1"/>
                                    </a:solidFill>
                                    <a:latin typeface="Cambria Math" panose="02040503050406030204" pitchFamily="18" charset="0"/>
                                  </a:rPr>
                                </m:ctrlPr>
                              </m:dPr>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𝟏</m:t>
                                        </m:r>
                                      </m:sub>
                                    </m:sSub>
                                  </m:sub>
                                </m:sSub>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𝟐</m:t>
                                        </m:r>
                                      </m:sub>
                                    </m:sSub>
                                  </m:sub>
                                </m:sSub>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𝟑</m:t>
                                        </m:r>
                                      </m:sub>
                                    </m:sSub>
                                  </m:sub>
                                </m:sSub>
                              </m:e>
                              <m:e>
                                <m:r>
                                  <a:rPr lang="en-IN" b="1" smtClean="0">
                                    <a:solidFill>
                                      <a:schemeClr val="bg1"/>
                                    </a:solidFill>
                                    <a:latin typeface="Cambria Math" panose="02040503050406030204" pitchFamily="18" charset="0"/>
                                  </a:rPr>
                                  <m:t>…</m:t>
                                </m:r>
                              </m:e>
                              <m:e>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𝑰</m:t>
                                    </m:r>
                                  </m:e>
                                  <m:sub>
                                    <m:sSub>
                                      <m:sSubPr>
                                        <m:ctrlPr>
                                          <a:rPr lang="en-IN" b="1" i="1" smtClean="0">
                                            <a:solidFill>
                                              <a:schemeClr val="bg1"/>
                                            </a:solidFill>
                                            <a:latin typeface="Cambria Math" panose="02040503050406030204" pitchFamily="18" charset="0"/>
                                          </a:rPr>
                                        </m:ctrlPr>
                                      </m:sSubPr>
                                      <m:e>
                                        <m:r>
                                          <a:rPr lang="en-IN" b="1" i="1" smtClean="0">
                                            <a:solidFill>
                                              <a:schemeClr val="bg1"/>
                                            </a:solidFill>
                                            <a:latin typeface="Cambria Math" panose="02040503050406030204" pitchFamily="18" charset="0"/>
                                          </a:rPr>
                                          <m:t>𝝀</m:t>
                                        </m:r>
                                      </m:e>
                                      <m:sub>
                                        <m:r>
                                          <a:rPr lang="en-IN" b="1" i="1" smtClean="0">
                                            <a:solidFill>
                                              <a:schemeClr val="bg1"/>
                                            </a:solidFill>
                                            <a:latin typeface="Cambria Math" panose="02040503050406030204" pitchFamily="18" charset="0"/>
                                          </a:rPr>
                                          <m:t>𝒏</m:t>
                                        </m:r>
                                      </m:sub>
                                    </m:sSub>
                                  </m:sub>
                                </m:sSub>
                              </m:e>
                            </m:d>
                          </m:e>
                        </m:borderBox>
                      </m:oMath>
                    </m:oMathPara>
                  </a14:m>
                  <a:endParaRPr lang="en-IN" b="1" dirty="0">
                    <a:solidFill>
                      <a:schemeClr val="bg1"/>
                    </a:solidFill>
                    <a:latin typeface="Agency FB" panose="020B0503020202020204" pitchFamily="34" charset="0"/>
                  </a:endParaRPr>
                </a:p>
                <a:p>
                  <a:pPr lvl="0"/>
                  <a:r>
                    <a:rPr lang="en-IN" b="1" dirty="0">
                      <a:solidFill>
                        <a:schemeClr val="bg1"/>
                      </a:solidFill>
                      <a:latin typeface="Agency FB" panose="020B0503020202020204" pitchFamily="34" charset="0"/>
                    </a:rPr>
                    <a:t>Different materials or tissues can have different spectral signatures, even when they appear visually similar</a:t>
                  </a:r>
                </a:p>
                <a:p>
                  <a:endParaRPr lang="en-IN" b="1" dirty="0">
                    <a:solidFill>
                      <a:schemeClr val="bg1"/>
                    </a:solidFill>
                    <a:latin typeface="Agency FB" panose="020B0503020202020204" pitchFamily="34" charset="0"/>
                  </a:endParaRPr>
                </a:p>
              </p:txBody>
            </p:sp>
          </mc:Choice>
          <mc:Fallback xmlns="">
            <p:sp>
              <p:nvSpPr>
                <p:cNvPr id="12" name="TextBox 11">
                  <a:extLst>
                    <a:ext uri="{FF2B5EF4-FFF2-40B4-BE49-F238E27FC236}">
                      <a16:creationId xmlns:a16="http://schemas.microsoft.com/office/drawing/2014/main" id="{59F141C5-E50B-B06D-B081-6F20B8156753}"/>
                    </a:ext>
                  </a:extLst>
                </p:cNvPr>
                <p:cNvSpPr txBox="1">
                  <a:spLocks noRot="1" noChangeAspect="1" noMove="1" noResize="1" noEditPoints="1" noAdjustHandles="1" noChangeArrowheads="1" noChangeShapeType="1" noTextEdit="1"/>
                </p:cNvSpPr>
                <p:nvPr/>
              </p:nvSpPr>
              <p:spPr>
                <a:xfrm>
                  <a:off x="5779423" y="1808868"/>
                  <a:ext cx="5909187" cy="4578705"/>
                </a:xfrm>
                <a:prstGeom prst="rect">
                  <a:avLst/>
                </a:prstGeom>
                <a:blipFill>
                  <a:blip r:embed="rId3"/>
                  <a:stretch>
                    <a:fillRect l="-975" t="-789" r="-1083"/>
                  </a:stretch>
                </a:blipFill>
              </p:spPr>
              <p:txBody>
                <a:bodyPr/>
                <a:lstStyle/>
                <a:p>
                  <a:r>
                    <a:rPr lang="en-IN">
                      <a:noFill/>
                    </a:rPr>
                    <a:t> </a:t>
                  </a:r>
                </a:p>
              </p:txBody>
            </p:sp>
          </mc:Fallback>
        </mc:AlternateContent>
      </p:grpSp>
    </p:spTree>
    <p:extLst>
      <p:ext uri="{BB962C8B-B14F-4D97-AF65-F5344CB8AC3E}">
        <p14:creationId xmlns:p14="http://schemas.microsoft.com/office/powerpoint/2010/main" val="10928019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AC62B00-CFEA-B80E-2E44-4514E1A44309}"/>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BD957E66-2333-8C27-7715-75DCB2011242}"/>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D137A49C-CB8E-9ECD-AE91-6EFE960F1CFB}"/>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0D2DEEAF-F950-149F-F260-F458A97856DF}"/>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1FCB40FC-F69E-7036-FD5E-1B9C255A6F58}"/>
                </a:ext>
              </a:extLst>
            </p:cNvPr>
            <p:cNvSpPr txBox="1"/>
            <p:nvPr/>
          </p:nvSpPr>
          <p:spPr>
            <a:xfrm>
              <a:off x="4881714" y="4148472"/>
              <a:ext cx="2428568" cy="411862"/>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Deep Margin Cosine Autoencoder (DMCA)</a:t>
              </a:r>
            </a:p>
          </p:txBody>
        </p:sp>
        <p:sp>
          <p:nvSpPr>
            <p:cNvPr id="7" name="Frame 6">
              <a:extLst>
                <a:ext uri="{FF2B5EF4-FFF2-40B4-BE49-F238E27FC236}">
                  <a16:creationId xmlns:a16="http://schemas.microsoft.com/office/drawing/2014/main" id="{A7C078A3-34C2-47A3-369B-2E524B1604A5}"/>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9" name="TextBox 8">
            <a:extLst>
              <a:ext uri="{FF2B5EF4-FFF2-40B4-BE49-F238E27FC236}">
                <a16:creationId xmlns:a16="http://schemas.microsoft.com/office/drawing/2014/main" id="{3C854AD7-0641-B60F-CA59-E1E378228752}"/>
              </a:ext>
            </a:extLst>
          </p:cNvPr>
          <p:cNvSpPr txBox="1"/>
          <p:nvPr/>
        </p:nvSpPr>
        <p:spPr>
          <a:xfrm>
            <a:off x="570529" y="2160419"/>
            <a:ext cx="10923639" cy="4154984"/>
          </a:xfrm>
          <a:prstGeom prst="rect">
            <a:avLst/>
          </a:prstGeom>
          <a:noFill/>
        </p:spPr>
        <p:txBody>
          <a:bodyPr wrap="square" rtlCol="0">
            <a:spAutoFit/>
          </a:bodyPr>
          <a:lstStyle/>
          <a:p>
            <a:pPr algn="ctr"/>
            <a:r>
              <a:rPr lang="en-IN" sz="2800" b="1" u="sng" dirty="0">
                <a:solidFill>
                  <a:schemeClr val="bg1"/>
                </a:solidFill>
                <a:effectLst>
                  <a:outerShdw blurRad="38100" dist="38100" dir="2700000" algn="tl">
                    <a:srgbClr val="000000">
                      <a:alpha val="43137"/>
                    </a:srgbClr>
                  </a:outerShdw>
                </a:effectLst>
                <a:latin typeface="Agency FB" panose="020B0503020202020204" pitchFamily="34" charset="0"/>
              </a:rPr>
              <a:t>Deep Autoencoder </a:t>
            </a:r>
            <a:endParaRPr lang="en-IN" sz="2000" b="1" u="sng" dirty="0">
              <a:solidFill>
                <a:schemeClr val="bg1"/>
              </a:solidFill>
              <a:effectLst>
                <a:outerShdw blurRad="38100" dist="38100" dir="2700000" algn="tl">
                  <a:srgbClr val="000000">
                    <a:alpha val="43137"/>
                  </a:srgbClr>
                </a:outerShdw>
              </a:effectLst>
              <a:latin typeface="Agency FB" panose="020B0503020202020204" pitchFamily="34" charset="0"/>
            </a:endParaRPr>
          </a:p>
          <a:p>
            <a:pPr algn="ctr"/>
            <a:r>
              <a:rPr lang="en-IN" sz="2000" b="1" dirty="0">
                <a:solidFill>
                  <a:schemeClr val="bg1"/>
                </a:solidFill>
                <a:latin typeface="Agency FB" panose="020B0503020202020204" pitchFamily="34" charset="0"/>
              </a:rPr>
              <a:t> Learns hierarchical features from hyperspectral data.</a:t>
            </a:r>
          </a:p>
          <a:p>
            <a:pPr algn="ctr"/>
            <a:endParaRPr lang="en-IN" sz="2000" b="1" dirty="0">
              <a:solidFill>
                <a:schemeClr val="bg1"/>
              </a:solidFill>
              <a:latin typeface="Agency FB" panose="020B0503020202020204" pitchFamily="34" charset="0"/>
            </a:endParaRPr>
          </a:p>
          <a:p>
            <a:pPr algn="ctr"/>
            <a:r>
              <a:rPr lang="en-IN" sz="2800" b="1" u="sng" dirty="0">
                <a:solidFill>
                  <a:schemeClr val="bg1"/>
                </a:solidFill>
                <a:effectLst>
                  <a:outerShdw blurRad="38100" dist="38100" dir="2700000" algn="tl">
                    <a:srgbClr val="000000">
                      <a:alpha val="43137"/>
                    </a:srgbClr>
                  </a:outerShdw>
                </a:effectLst>
                <a:latin typeface="Agency FB" panose="020B0503020202020204" pitchFamily="34" charset="0"/>
              </a:rPr>
              <a:t>Sparsity </a:t>
            </a:r>
          </a:p>
          <a:p>
            <a:pPr algn="ctr"/>
            <a:r>
              <a:rPr lang="en-IN" sz="2000" b="1" dirty="0">
                <a:solidFill>
                  <a:schemeClr val="bg1"/>
                </a:solidFill>
                <a:latin typeface="Agency FB" panose="020B0503020202020204" pitchFamily="34" charset="0"/>
              </a:rPr>
              <a:t> Encourages selective deep features.</a:t>
            </a:r>
          </a:p>
          <a:p>
            <a:pPr algn="ctr"/>
            <a:endParaRPr lang="en-IN" sz="2000" b="1" dirty="0">
              <a:solidFill>
                <a:schemeClr val="bg1"/>
              </a:solidFill>
              <a:latin typeface="Agency FB" panose="020B0503020202020204" pitchFamily="34" charset="0"/>
            </a:endParaRPr>
          </a:p>
          <a:p>
            <a:pPr algn="ctr"/>
            <a:r>
              <a:rPr lang="en-IN" sz="2800" b="1" u="sng" dirty="0">
                <a:solidFill>
                  <a:schemeClr val="bg1"/>
                </a:solidFill>
                <a:effectLst>
                  <a:outerShdw blurRad="38100" dist="38100" dir="2700000" algn="tl">
                    <a:srgbClr val="000000">
                      <a:alpha val="43137"/>
                    </a:srgbClr>
                  </a:outerShdw>
                </a:effectLst>
                <a:latin typeface="Agency FB" panose="020B0503020202020204" pitchFamily="34" charset="0"/>
              </a:rPr>
              <a:t>Margin Cosine </a:t>
            </a:r>
            <a:r>
              <a:rPr lang="en-IN" sz="2800" b="1" u="sng" dirty="0" err="1">
                <a:solidFill>
                  <a:schemeClr val="bg1"/>
                </a:solidFill>
                <a:effectLst>
                  <a:outerShdw blurRad="38100" dist="38100" dir="2700000" algn="tl">
                    <a:srgbClr val="000000">
                      <a:alpha val="43137"/>
                    </a:srgbClr>
                  </a:outerShdw>
                </a:effectLst>
                <a:latin typeface="Agency FB" panose="020B0503020202020204" pitchFamily="34" charset="0"/>
              </a:rPr>
              <a:t>Softmax</a:t>
            </a:r>
            <a:endParaRPr lang="en-IN" sz="2800" b="1" u="sng" dirty="0">
              <a:solidFill>
                <a:schemeClr val="bg1"/>
              </a:solidFill>
              <a:effectLst>
                <a:outerShdw blurRad="38100" dist="38100" dir="2700000" algn="tl">
                  <a:srgbClr val="000000">
                    <a:alpha val="43137"/>
                  </a:srgbClr>
                </a:outerShdw>
              </a:effectLst>
              <a:latin typeface="Agency FB" panose="020B0503020202020204" pitchFamily="34" charset="0"/>
            </a:endParaRPr>
          </a:p>
          <a:p>
            <a:pPr algn="ctr"/>
            <a:r>
              <a:rPr lang="en-IN" sz="2000" b="1" dirty="0">
                <a:solidFill>
                  <a:schemeClr val="bg1"/>
                </a:solidFill>
                <a:latin typeface="Agency FB" panose="020B0503020202020204" pitchFamily="34" charset="0"/>
              </a:rPr>
              <a:t>Makes features:</a:t>
            </a:r>
          </a:p>
          <a:p>
            <a:pPr lvl="0" algn="ctr"/>
            <a:r>
              <a:rPr lang="en-IN" sz="2000" b="1" dirty="0">
                <a:solidFill>
                  <a:schemeClr val="bg1"/>
                </a:solidFill>
                <a:latin typeface="Agency FB" panose="020B0503020202020204" pitchFamily="34" charset="0"/>
              </a:rPr>
              <a:t>compatible with the classifier </a:t>
            </a:r>
          </a:p>
          <a:p>
            <a:pPr lvl="0" algn="ctr"/>
            <a:r>
              <a:rPr lang="en-IN" sz="2000" b="1" dirty="0">
                <a:solidFill>
                  <a:schemeClr val="bg1"/>
                </a:solidFill>
                <a:latin typeface="Agency FB" panose="020B0503020202020204" pitchFamily="34" charset="0"/>
              </a:rPr>
              <a:t>more discriminative </a:t>
            </a:r>
          </a:p>
          <a:p>
            <a:pPr lvl="0" algn="ctr"/>
            <a:r>
              <a:rPr lang="en-IN" sz="2000" b="1" dirty="0">
                <a:solidFill>
                  <a:schemeClr val="bg1"/>
                </a:solidFill>
                <a:latin typeface="Agency FB" panose="020B0503020202020204" pitchFamily="34" charset="0"/>
              </a:rPr>
              <a:t>better separated in angular space</a:t>
            </a:r>
          </a:p>
          <a:p>
            <a:pPr algn="ctr"/>
            <a:endParaRPr lang="en-IN" sz="2000" b="1" dirty="0">
              <a:solidFill>
                <a:schemeClr val="bg1"/>
              </a:solidFill>
              <a:latin typeface="Agency FB" panose="020B0503020202020204" pitchFamily="34" charset="0"/>
            </a:endParaRPr>
          </a:p>
        </p:txBody>
      </p:sp>
      <p:sp>
        <p:nvSpPr>
          <p:cNvPr id="10" name="TextBox 9">
            <a:extLst>
              <a:ext uri="{FF2B5EF4-FFF2-40B4-BE49-F238E27FC236}">
                <a16:creationId xmlns:a16="http://schemas.microsoft.com/office/drawing/2014/main" id="{09B8568F-E54F-4EEA-83C9-D1E6CA4C6C9F}"/>
              </a:ext>
            </a:extLst>
          </p:cNvPr>
          <p:cNvSpPr txBox="1"/>
          <p:nvPr/>
        </p:nvSpPr>
        <p:spPr>
          <a:xfrm>
            <a:off x="697831" y="1550578"/>
            <a:ext cx="10796337" cy="461665"/>
          </a:xfrm>
          <a:prstGeom prst="rect">
            <a:avLst/>
          </a:prstGeom>
          <a:noFill/>
        </p:spPr>
        <p:txBody>
          <a:bodyPr wrap="square" rtlCol="0">
            <a:spAutoFit/>
          </a:bodyPr>
          <a:lstStyle/>
          <a:p>
            <a:pPr algn="ctr"/>
            <a:r>
              <a:rPr lang="en-IN" sz="2400" b="1" dirty="0">
                <a:solidFill>
                  <a:schemeClr val="bg1"/>
                </a:solidFill>
                <a:latin typeface="Agency FB" panose="020B0503020202020204" pitchFamily="34" charset="0"/>
              </a:rPr>
              <a:t>The paper proposes a combination of these three ideas in order to perform accurate detection </a:t>
            </a:r>
          </a:p>
        </p:txBody>
      </p:sp>
    </p:spTree>
    <p:extLst>
      <p:ext uri="{BB962C8B-B14F-4D97-AF65-F5344CB8AC3E}">
        <p14:creationId xmlns:p14="http://schemas.microsoft.com/office/powerpoint/2010/main" val="29041809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346A35C-A25E-EF5D-38B5-07A54221D27B}"/>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FFE2DF0B-994C-6A7A-9B31-8A86F129FC46}"/>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58C41967-4F07-F648-A983-290633C69784}"/>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E5A603BC-9AA5-675C-47B0-D5B6FDF0AF0B}"/>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EDC8D33A-B590-CE20-5089-C08C3B2F07E9}"/>
                </a:ext>
              </a:extLst>
            </p:cNvPr>
            <p:cNvSpPr txBox="1"/>
            <p:nvPr/>
          </p:nvSpPr>
          <p:spPr>
            <a:xfrm>
              <a:off x="4881714" y="4148472"/>
              <a:ext cx="2428568" cy="411862"/>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an Autoencoder ?</a:t>
              </a:r>
            </a:p>
          </p:txBody>
        </p:sp>
        <p:sp>
          <p:nvSpPr>
            <p:cNvPr id="7" name="Frame 6">
              <a:extLst>
                <a:ext uri="{FF2B5EF4-FFF2-40B4-BE49-F238E27FC236}">
                  <a16:creationId xmlns:a16="http://schemas.microsoft.com/office/drawing/2014/main" id="{840D1B2C-1BAA-A6BC-D79F-7849F1D71E2E}"/>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8" name="TextBox 7">
            <a:extLst>
              <a:ext uri="{FF2B5EF4-FFF2-40B4-BE49-F238E27FC236}">
                <a16:creationId xmlns:a16="http://schemas.microsoft.com/office/drawing/2014/main" id="{BD87090F-0531-696B-9AAD-0B97598ED5A3}"/>
              </a:ext>
            </a:extLst>
          </p:cNvPr>
          <p:cNvSpPr txBox="1"/>
          <p:nvPr/>
        </p:nvSpPr>
        <p:spPr>
          <a:xfrm>
            <a:off x="888849" y="1587420"/>
            <a:ext cx="10732880" cy="2862322"/>
          </a:xfrm>
          <a:prstGeom prst="rect">
            <a:avLst/>
          </a:prstGeom>
          <a:noFill/>
        </p:spPr>
        <p:txBody>
          <a:bodyPr wrap="square" rtlCol="0">
            <a:spAutoFit/>
          </a:bodyPr>
          <a:lstStyle/>
          <a:p>
            <a:r>
              <a:rPr lang="en-IN" b="1" dirty="0">
                <a:solidFill>
                  <a:schemeClr val="bg1"/>
                </a:solidFill>
                <a:latin typeface="Agency FB" panose="020B0503020202020204" pitchFamily="34" charset="0"/>
              </a:rPr>
              <a:t>An autoencoder is a neural network designed to learn a meaningful representation of input data. It consists of two main components: an encoder, which transforms the original input into a learned feature representation, and a decoder, which attempts to reconstruct the original input from those learned features.</a:t>
            </a:r>
          </a:p>
          <a:p>
            <a:r>
              <a:rPr lang="en-IN" b="1" dirty="0">
                <a:solidFill>
                  <a:schemeClr val="bg1"/>
                </a:solidFill>
                <a:latin typeface="Agency FB" panose="020B0503020202020204" pitchFamily="34" charset="0"/>
              </a:rPr>
              <a:t>The main objective of an autoencoder is to ensure that the reconstructed output remains as similar as possible to the original input. In order to achieve accurate reconstruction, the encoder must learn and preserve the most important underlying characteristics of the input data.</a:t>
            </a:r>
          </a:p>
          <a:p>
            <a:r>
              <a:rPr lang="en-IN" b="1" dirty="0">
                <a:solidFill>
                  <a:schemeClr val="bg1"/>
                </a:solidFill>
                <a:latin typeface="Agency FB" panose="020B0503020202020204" pitchFamily="34" charset="0"/>
              </a:rPr>
              <a:t>For medical hyperspectral imaging, the input to an autoencoder is the spectral information associated with a pixel. Instead of directly using all original spectral measurements for classification, the encoder learns a new representation containing the important patterns present in the spectral data.</a:t>
            </a:r>
          </a:p>
          <a:p>
            <a:endParaRPr lang="en-IN" b="1" dirty="0">
              <a:solidFill>
                <a:schemeClr val="bg1"/>
              </a:solidFill>
              <a:latin typeface="Agency FB" panose="020B0503020202020204" pitchFamily="34" charset="0"/>
            </a:endParaRPr>
          </a:p>
        </p:txBody>
      </p:sp>
      <p:graphicFrame>
        <p:nvGraphicFramePr>
          <p:cNvPr id="9" name="Diagram 8">
            <a:extLst>
              <a:ext uri="{FF2B5EF4-FFF2-40B4-BE49-F238E27FC236}">
                <a16:creationId xmlns:a16="http://schemas.microsoft.com/office/drawing/2014/main" id="{30D1A49E-A26D-DABD-7601-214E2B5B8341}"/>
              </a:ext>
            </a:extLst>
          </p:cNvPr>
          <p:cNvGraphicFramePr/>
          <p:nvPr>
            <p:extLst>
              <p:ext uri="{D42A27DB-BD31-4B8C-83A1-F6EECF244321}">
                <p14:modId xmlns:p14="http://schemas.microsoft.com/office/powerpoint/2010/main" val="2171301541"/>
              </p:ext>
            </p:extLst>
          </p:nvPr>
        </p:nvGraphicFramePr>
        <p:xfrm>
          <a:off x="1465341" y="2390668"/>
          <a:ext cx="9261319"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80003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7D7C12C-B47B-2C9E-7AD8-E2052EB5F670}"/>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0C5C9772-7CAB-0CF3-8962-C0CEF72A8222}"/>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BC97D604-129A-FA5B-39D7-B490EC93AD97}"/>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BD91AD25-EC39-FAB8-7D65-8B5F8191BD8B}"/>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F9327C17-2481-B6E4-77FB-57749E00EA1A}"/>
                </a:ext>
              </a:extLst>
            </p:cNvPr>
            <p:cNvSpPr txBox="1"/>
            <p:nvPr/>
          </p:nvSpPr>
          <p:spPr>
            <a:xfrm>
              <a:off x="4881714" y="4148472"/>
              <a:ext cx="2428568" cy="411862"/>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an Autoencoder ?</a:t>
              </a:r>
            </a:p>
          </p:txBody>
        </p:sp>
        <p:sp>
          <p:nvSpPr>
            <p:cNvPr id="7" name="Frame 6">
              <a:extLst>
                <a:ext uri="{FF2B5EF4-FFF2-40B4-BE49-F238E27FC236}">
                  <a16:creationId xmlns:a16="http://schemas.microsoft.com/office/drawing/2014/main" id="{F6959AF6-FC52-B202-9726-F7579462FA73}"/>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9" name="TextBox 8">
            <a:extLst>
              <a:ext uri="{FF2B5EF4-FFF2-40B4-BE49-F238E27FC236}">
                <a16:creationId xmlns:a16="http://schemas.microsoft.com/office/drawing/2014/main" id="{11A13FEB-37E7-EB6F-E5B1-369B5FD432D4}"/>
              </a:ext>
            </a:extLst>
          </p:cNvPr>
          <p:cNvSpPr txBox="1"/>
          <p:nvPr/>
        </p:nvSpPr>
        <p:spPr>
          <a:xfrm>
            <a:off x="888849" y="1587420"/>
            <a:ext cx="10732880" cy="3693319"/>
          </a:xfrm>
          <a:prstGeom prst="rect">
            <a:avLst/>
          </a:prstGeom>
          <a:noFill/>
        </p:spPr>
        <p:txBody>
          <a:bodyPr wrap="square" rtlCol="0">
            <a:spAutoFit/>
          </a:bodyPr>
          <a:lstStyle/>
          <a:p>
            <a:r>
              <a:rPr lang="en-IN" dirty="0">
                <a:solidFill>
                  <a:schemeClr val="bg1"/>
                </a:solidFill>
                <a:latin typeface="Agency FB" panose="020B0503020202020204" pitchFamily="34" charset="0"/>
              </a:rPr>
              <a:t>A single autoencoder can learn a representation of the input data; however, complex data such as medical hyperspectral images may contain patterns that are difficult to represent using only one transformation. Therefore, multiple autoencoder layers can be stacked together to form a </a:t>
            </a:r>
            <a:r>
              <a:rPr lang="en-IN" b="1" dirty="0">
                <a:solidFill>
                  <a:schemeClr val="bg1"/>
                </a:solidFill>
                <a:latin typeface="Agency FB" panose="020B0503020202020204" pitchFamily="34" charset="0"/>
              </a:rPr>
              <a:t>Deep Autoencoder (DAE)</a:t>
            </a:r>
            <a:r>
              <a:rPr lang="en-IN" dirty="0">
                <a:solidFill>
                  <a:schemeClr val="bg1"/>
                </a:solidFill>
                <a:latin typeface="Agency FB" panose="020B0503020202020204" pitchFamily="34" charset="0"/>
              </a:rPr>
              <a:t>.</a:t>
            </a:r>
          </a:p>
          <a:p>
            <a:endParaRPr lang="en-IN" dirty="0">
              <a:solidFill>
                <a:schemeClr val="bg1"/>
              </a:solidFill>
              <a:latin typeface="Agency FB" panose="020B0503020202020204" pitchFamily="34" charset="0"/>
            </a:endParaRPr>
          </a:p>
          <a:p>
            <a:r>
              <a:rPr lang="en-IN" dirty="0">
                <a:solidFill>
                  <a:schemeClr val="bg1"/>
                </a:solidFill>
                <a:latin typeface="Agency FB" panose="020B0503020202020204" pitchFamily="34" charset="0"/>
              </a:rPr>
              <a:t>In a deep autoencoder, the output representation learned by one layer becomes the input to the next layer. As the data passes through successive layers, the network learns increasingly deeper and more abstract feature representations.</a:t>
            </a:r>
          </a:p>
          <a:p>
            <a:endParaRPr lang="en-IN" dirty="0">
              <a:solidFill>
                <a:schemeClr val="bg1"/>
              </a:solidFill>
              <a:latin typeface="Agency FB" panose="020B0503020202020204" pitchFamily="34" charset="0"/>
            </a:endParaRPr>
          </a:p>
          <a:p>
            <a:r>
              <a:rPr lang="en-IN" dirty="0">
                <a:solidFill>
                  <a:schemeClr val="bg1"/>
                </a:solidFill>
                <a:latin typeface="Agency FB" panose="020B0503020202020204" pitchFamily="34" charset="0"/>
              </a:rPr>
              <a:t>The paper considers the </a:t>
            </a:r>
            <a:r>
              <a:rPr lang="en-IN" b="1" dirty="0">
                <a:solidFill>
                  <a:schemeClr val="bg1"/>
                </a:solidFill>
                <a:latin typeface="Agency FB" panose="020B0503020202020204" pitchFamily="34" charset="0"/>
              </a:rPr>
              <a:t>Stacked Autoencoder (SAE)</a:t>
            </a:r>
            <a:r>
              <a:rPr lang="en-IN" dirty="0">
                <a:solidFill>
                  <a:schemeClr val="bg1"/>
                </a:solidFill>
                <a:latin typeface="Agency FB" panose="020B0503020202020204" pitchFamily="34" charset="0"/>
              </a:rPr>
              <a:t> as the specific form of the Deep Autoencoder framework used in the proposed method. The multiple layers are used to mine and extract deep features from the medical hyperspectral image.</a:t>
            </a:r>
          </a:p>
          <a:p>
            <a:endParaRPr lang="en-IN" dirty="0">
              <a:solidFill>
                <a:schemeClr val="bg1"/>
              </a:solidFill>
              <a:latin typeface="Agency FB" panose="020B0503020202020204" pitchFamily="34" charset="0"/>
            </a:endParaRPr>
          </a:p>
          <a:p>
            <a:r>
              <a:rPr lang="en-IN" dirty="0">
                <a:solidFill>
                  <a:schemeClr val="bg1"/>
                </a:solidFill>
                <a:latin typeface="Agency FB" panose="020B0503020202020204" pitchFamily="34" charset="0"/>
              </a:rPr>
              <a:t>Successive layers allow the network to progressively transform the original hyperspectral measurements into higher-level features that can be more useful for classification.</a:t>
            </a:r>
          </a:p>
          <a:p>
            <a:endParaRPr lang="en-IN" sz="1600" b="1" dirty="0">
              <a:solidFill>
                <a:schemeClr val="bg1"/>
              </a:solidFill>
              <a:latin typeface="Agency FB" panose="020B0503020202020204" pitchFamily="34" charset="0"/>
            </a:endParaRPr>
          </a:p>
        </p:txBody>
      </p:sp>
      <p:graphicFrame>
        <p:nvGraphicFramePr>
          <p:cNvPr id="11" name="Diagram 10">
            <a:extLst>
              <a:ext uri="{FF2B5EF4-FFF2-40B4-BE49-F238E27FC236}">
                <a16:creationId xmlns:a16="http://schemas.microsoft.com/office/drawing/2014/main" id="{0C007530-A623-E3FD-B144-4CADECB23EF9}"/>
              </a:ext>
            </a:extLst>
          </p:cNvPr>
          <p:cNvGraphicFramePr/>
          <p:nvPr>
            <p:extLst>
              <p:ext uri="{D42A27DB-BD31-4B8C-83A1-F6EECF244321}">
                <p14:modId xmlns:p14="http://schemas.microsoft.com/office/powerpoint/2010/main" val="2599713550"/>
              </p:ext>
            </p:extLst>
          </p:nvPr>
        </p:nvGraphicFramePr>
        <p:xfrm>
          <a:off x="388374" y="2883060"/>
          <a:ext cx="11415252" cy="558356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0081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F4F97E1-D766-3AA8-2E5A-832B391E0BCB}"/>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A85F79F5-4196-D26A-D570-8EBAD8F96E61}"/>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7956ADAD-8CFF-70B6-7119-0295F44F9203}"/>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EDFA0995-C8EC-4880-A378-B83E15237147}"/>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B6C8DCE4-D86E-8BD6-E7BE-8E65C4E5330F}"/>
                </a:ext>
              </a:extLst>
            </p:cNvPr>
            <p:cNvSpPr txBox="1"/>
            <p:nvPr/>
          </p:nvSpPr>
          <p:spPr>
            <a:xfrm>
              <a:off x="4881714" y="4148472"/>
              <a:ext cx="2428568" cy="411862"/>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an Autoencoder ?</a:t>
              </a:r>
            </a:p>
          </p:txBody>
        </p:sp>
        <p:sp>
          <p:nvSpPr>
            <p:cNvPr id="7" name="Frame 6">
              <a:extLst>
                <a:ext uri="{FF2B5EF4-FFF2-40B4-BE49-F238E27FC236}">
                  <a16:creationId xmlns:a16="http://schemas.microsoft.com/office/drawing/2014/main" id="{6F012E7F-0862-CE60-BFA7-9CD519E26959}"/>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9" name="TextBox 8">
            <a:extLst>
              <a:ext uri="{FF2B5EF4-FFF2-40B4-BE49-F238E27FC236}">
                <a16:creationId xmlns:a16="http://schemas.microsoft.com/office/drawing/2014/main" id="{B41E67A8-E7B2-4CBB-3784-B534828ED7CB}"/>
              </a:ext>
            </a:extLst>
          </p:cNvPr>
          <p:cNvSpPr txBox="1"/>
          <p:nvPr/>
        </p:nvSpPr>
        <p:spPr>
          <a:xfrm>
            <a:off x="739392" y="1402402"/>
            <a:ext cx="10732880"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A learned feature representation can be either dense, where many features are simultaneously active, or sparse, where only a limited number of features have significant values.</a:t>
            </a:r>
          </a:p>
        </p:txBody>
      </p:sp>
      <p:sp>
        <p:nvSpPr>
          <p:cNvPr id="10" name="TextBox 9">
            <a:extLst>
              <a:ext uri="{FF2B5EF4-FFF2-40B4-BE49-F238E27FC236}">
                <a16:creationId xmlns:a16="http://schemas.microsoft.com/office/drawing/2014/main" id="{5A8C31A1-494B-EB01-0B59-706C13D9A646}"/>
              </a:ext>
            </a:extLst>
          </p:cNvPr>
          <p:cNvSpPr txBox="1"/>
          <p:nvPr/>
        </p:nvSpPr>
        <p:spPr>
          <a:xfrm>
            <a:off x="1551556" y="2587967"/>
            <a:ext cx="3493395" cy="523220"/>
          </a:xfrm>
          <a:prstGeom prst="rect">
            <a:avLst/>
          </a:prstGeom>
          <a:noFill/>
        </p:spPr>
        <p:txBody>
          <a:bodyPr wrap="square" rtlCol="0">
            <a:spAutoFit/>
          </a:bodyPr>
          <a:lstStyle/>
          <a:p>
            <a:pPr algn="ctr"/>
            <a:r>
              <a:rPr lang="en-IN" sz="2800" b="1" dirty="0">
                <a:solidFill>
                  <a:schemeClr val="bg1"/>
                </a:solidFill>
                <a:effectLst>
                  <a:outerShdw blurRad="38100" dist="38100" dir="2700000" algn="tl">
                    <a:srgbClr val="000000">
                      <a:alpha val="43137"/>
                    </a:srgbClr>
                  </a:outerShdw>
                </a:effectLst>
                <a:latin typeface="Agency FB" panose="020B0503020202020204" pitchFamily="34" charset="0"/>
              </a:rPr>
              <a:t>Dense Representation</a:t>
            </a:r>
          </a:p>
        </p:txBody>
      </p:sp>
      <p:sp>
        <p:nvSpPr>
          <p:cNvPr id="11" name="TextBox 10">
            <a:extLst>
              <a:ext uri="{FF2B5EF4-FFF2-40B4-BE49-F238E27FC236}">
                <a16:creationId xmlns:a16="http://schemas.microsoft.com/office/drawing/2014/main" id="{52D5EBAD-892A-F908-9E64-0385AA928E24}"/>
              </a:ext>
            </a:extLst>
          </p:cNvPr>
          <p:cNvSpPr txBox="1"/>
          <p:nvPr/>
        </p:nvSpPr>
        <p:spPr>
          <a:xfrm>
            <a:off x="7147049" y="2587967"/>
            <a:ext cx="3493395" cy="523220"/>
          </a:xfrm>
          <a:prstGeom prst="rect">
            <a:avLst/>
          </a:prstGeom>
          <a:noFill/>
        </p:spPr>
        <p:txBody>
          <a:bodyPr wrap="square" rtlCol="0">
            <a:spAutoFit/>
          </a:bodyPr>
          <a:lstStyle/>
          <a:p>
            <a:pPr algn="ctr"/>
            <a:r>
              <a:rPr lang="en-IN" sz="2800" b="1" dirty="0">
                <a:solidFill>
                  <a:schemeClr val="bg1"/>
                </a:solidFill>
                <a:effectLst>
                  <a:outerShdw blurRad="38100" dist="38100" dir="2700000" algn="tl">
                    <a:srgbClr val="000000">
                      <a:alpha val="43137"/>
                    </a:srgbClr>
                  </a:outerShdw>
                </a:effectLst>
                <a:latin typeface="Agency FB" panose="020B0503020202020204" pitchFamily="34" charset="0"/>
              </a:rPr>
              <a:t>Sparse Representation</a:t>
            </a:r>
          </a:p>
        </p:txBody>
      </p:sp>
      <p:sp>
        <p:nvSpPr>
          <p:cNvPr id="12" name="Rectangle 11">
            <a:extLst>
              <a:ext uri="{FF2B5EF4-FFF2-40B4-BE49-F238E27FC236}">
                <a16:creationId xmlns:a16="http://schemas.microsoft.com/office/drawing/2014/main" id="{752112CA-5E75-CFCD-1BEC-83C9C5EE8030}"/>
              </a:ext>
            </a:extLst>
          </p:cNvPr>
          <p:cNvSpPr/>
          <p:nvPr/>
        </p:nvSpPr>
        <p:spPr>
          <a:xfrm>
            <a:off x="1351467" y="3223594"/>
            <a:ext cx="3913238" cy="523220"/>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[0.4, 0.7, 0.5, 0.3, 0.8, 0.6]</a:t>
            </a:r>
          </a:p>
        </p:txBody>
      </p:sp>
      <p:sp>
        <p:nvSpPr>
          <p:cNvPr id="14" name="Rectangle 13">
            <a:extLst>
              <a:ext uri="{FF2B5EF4-FFF2-40B4-BE49-F238E27FC236}">
                <a16:creationId xmlns:a16="http://schemas.microsoft.com/office/drawing/2014/main" id="{6A45324D-261E-9256-CC9A-E5825AB0F51F}"/>
              </a:ext>
            </a:extLst>
          </p:cNvPr>
          <p:cNvSpPr/>
          <p:nvPr/>
        </p:nvSpPr>
        <p:spPr>
          <a:xfrm>
            <a:off x="6852115" y="3223594"/>
            <a:ext cx="3913238" cy="523220"/>
          </a:xfrm>
          <a:prstGeom prst="rect">
            <a:avLst/>
          </a:prstGeom>
          <a:solidFill>
            <a:srgbClr val="7030A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400" b="1" dirty="0"/>
              <a:t>[0, 0.9, 0, 0, 0.7, 0]</a:t>
            </a:r>
          </a:p>
        </p:txBody>
      </p:sp>
      <p:sp>
        <p:nvSpPr>
          <p:cNvPr id="16" name="TextBox 15">
            <a:extLst>
              <a:ext uri="{FF2B5EF4-FFF2-40B4-BE49-F238E27FC236}">
                <a16:creationId xmlns:a16="http://schemas.microsoft.com/office/drawing/2014/main" id="{62AED3F8-D268-5236-EE80-6DC8AC36C103}"/>
              </a:ext>
            </a:extLst>
          </p:cNvPr>
          <p:cNvSpPr txBox="1"/>
          <p:nvPr/>
        </p:nvSpPr>
        <p:spPr>
          <a:xfrm>
            <a:off x="1671484" y="3854245"/>
            <a:ext cx="3165987" cy="646331"/>
          </a:xfrm>
          <a:prstGeom prst="rect">
            <a:avLst/>
          </a:prstGeom>
          <a:noFill/>
        </p:spPr>
        <p:txBody>
          <a:bodyPr wrap="square" rtlCol="0">
            <a:spAutoFit/>
          </a:bodyPr>
          <a:lstStyle/>
          <a:p>
            <a:pPr algn="ctr"/>
            <a:r>
              <a:rPr lang="en-IN" b="1" dirty="0">
                <a:solidFill>
                  <a:schemeClr val="bg1"/>
                </a:solidFill>
                <a:latin typeface="Agency FB" panose="020B0503020202020204" pitchFamily="34" charset="0"/>
              </a:rPr>
              <a:t>In this representation, almost every feature is active.</a:t>
            </a:r>
          </a:p>
        </p:txBody>
      </p:sp>
      <p:sp>
        <p:nvSpPr>
          <p:cNvPr id="17" name="TextBox 16">
            <a:extLst>
              <a:ext uri="{FF2B5EF4-FFF2-40B4-BE49-F238E27FC236}">
                <a16:creationId xmlns:a16="http://schemas.microsoft.com/office/drawing/2014/main" id="{0D30646B-34C4-CFC4-2F8D-ACBFB75CC228}"/>
              </a:ext>
            </a:extLst>
          </p:cNvPr>
          <p:cNvSpPr txBox="1"/>
          <p:nvPr/>
        </p:nvSpPr>
        <p:spPr>
          <a:xfrm>
            <a:off x="7285704" y="3854245"/>
            <a:ext cx="3165987" cy="646331"/>
          </a:xfrm>
          <a:prstGeom prst="rect">
            <a:avLst/>
          </a:prstGeom>
          <a:noFill/>
        </p:spPr>
        <p:txBody>
          <a:bodyPr wrap="square" rtlCol="0">
            <a:spAutoFit/>
          </a:bodyPr>
          <a:lstStyle/>
          <a:p>
            <a:pPr algn="ctr"/>
            <a:r>
              <a:rPr lang="en-IN" b="1" dirty="0">
                <a:solidFill>
                  <a:schemeClr val="bg1"/>
                </a:solidFill>
                <a:latin typeface="Agency FB" panose="020B0503020202020204" pitchFamily="34" charset="0"/>
              </a:rPr>
              <a:t>Here, only a small number of features are strongly active.</a:t>
            </a:r>
          </a:p>
        </p:txBody>
      </p:sp>
      <p:sp>
        <p:nvSpPr>
          <p:cNvPr id="18" name="TextBox 17">
            <a:extLst>
              <a:ext uri="{FF2B5EF4-FFF2-40B4-BE49-F238E27FC236}">
                <a16:creationId xmlns:a16="http://schemas.microsoft.com/office/drawing/2014/main" id="{CC99D5DF-DB5D-F4C8-95BC-09DD5619B906}"/>
              </a:ext>
            </a:extLst>
          </p:cNvPr>
          <p:cNvSpPr txBox="1"/>
          <p:nvPr/>
        </p:nvSpPr>
        <p:spPr>
          <a:xfrm>
            <a:off x="665908" y="4860120"/>
            <a:ext cx="10732880" cy="707886"/>
          </a:xfrm>
          <a:prstGeom prst="rect">
            <a:avLst/>
          </a:prstGeom>
          <a:noFill/>
        </p:spPr>
        <p:txBody>
          <a:bodyPr wrap="square" rtlCol="0">
            <a:spAutoFit/>
          </a:bodyPr>
          <a:lstStyle/>
          <a:p>
            <a:pPr algn="ctr"/>
            <a:r>
              <a:rPr lang="en-IN" sz="2000" b="1" dirty="0">
                <a:solidFill>
                  <a:schemeClr val="bg1"/>
                </a:solidFill>
                <a:latin typeface="Agency FB" panose="020B0503020202020204" pitchFamily="34" charset="0"/>
              </a:rPr>
              <a:t>Sparsity encourages the network to learn a more selective representation in which only the most relevant deep features respond strongly to a particular input.</a:t>
            </a:r>
          </a:p>
        </p:txBody>
      </p:sp>
    </p:spTree>
    <p:extLst>
      <p:ext uri="{BB962C8B-B14F-4D97-AF65-F5344CB8AC3E}">
        <p14:creationId xmlns:p14="http://schemas.microsoft.com/office/powerpoint/2010/main" val="1011665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39EE806-9269-1B31-0D13-54D0E0AF1975}"/>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77712060-99F4-1224-B89E-E65A73CB953B}"/>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8E6A6858-5945-3990-C676-561367D94670}"/>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86BF97AD-FFAE-F4AA-329B-2AC963D73BF8}"/>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247FEE14-21BB-D273-EB50-A4A9C1A2B94D}"/>
                </a:ext>
              </a:extLst>
            </p:cNvPr>
            <p:cNvSpPr txBox="1"/>
            <p:nvPr/>
          </p:nvSpPr>
          <p:spPr>
            <a:xfrm>
              <a:off x="4881714" y="4148472"/>
              <a:ext cx="2428568" cy="411862"/>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What is an Autoencoder ?</a:t>
              </a:r>
            </a:p>
          </p:txBody>
        </p:sp>
        <p:sp>
          <p:nvSpPr>
            <p:cNvPr id="7" name="Frame 6">
              <a:extLst>
                <a:ext uri="{FF2B5EF4-FFF2-40B4-BE49-F238E27FC236}">
                  <a16:creationId xmlns:a16="http://schemas.microsoft.com/office/drawing/2014/main" id="{42913CAB-628E-5585-9086-B579A7AB5645}"/>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9" name="TextBox 8">
            <a:extLst>
              <a:ext uri="{FF2B5EF4-FFF2-40B4-BE49-F238E27FC236}">
                <a16:creationId xmlns:a16="http://schemas.microsoft.com/office/drawing/2014/main" id="{CC1F666A-3AD7-B705-874D-16C05239CA2D}"/>
              </a:ext>
            </a:extLst>
          </p:cNvPr>
          <p:cNvSpPr txBox="1"/>
          <p:nvPr/>
        </p:nvSpPr>
        <p:spPr>
          <a:xfrm>
            <a:off x="888849" y="1587420"/>
            <a:ext cx="10732880" cy="1815882"/>
          </a:xfrm>
          <a:prstGeom prst="rect">
            <a:avLst/>
          </a:prstGeom>
          <a:noFill/>
        </p:spPr>
        <p:txBody>
          <a:bodyPr wrap="square" rtlCol="0">
            <a:spAutoFit/>
          </a:bodyPr>
          <a:lstStyle/>
          <a:p>
            <a:r>
              <a:rPr lang="en-IN" sz="1600" b="1" dirty="0">
                <a:solidFill>
                  <a:schemeClr val="bg1"/>
                </a:solidFill>
                <a:latin typeface="Agency FB" panose="020B0503020202020204" pitchFamily="34" charset="0"/>
              </a:rPr>
              <a:t>First, the Deep Autoencoder extracts features from the input. Then, a classifier—commonly a </a:t>
            </a:r>
            <a:r>
              <a:rPr lang="en-IN" sz="1600" b="1" dirty="0" err="1">
                <a:solidFill>
                  <a:schemeClr val="bg1"/>
                </a:solidFill>
                <a:latin typeface="Agency FB" panose="020B0503020202020204" pitchFamily="34" charset="0"/>
              </a:rPr>
              <a:t>Softmax</a:t>
            </a:r>
            <a:r>
              <a:rPr lang="en-IN" sz="1600" b="1" dirty="0">
                <a:solidFill>
                  <a:schemeClr val="bg1"/>
                </a:solidFill>
                <a:latin typeface="Agency FB" panose="020B0503020202020204" pitchFamily="34" charset="0"/>
              </a:rPr>
              <a:t> classifier—is applied to those features to predict the final class.</a:t>
            </a:r>
          </a:p>
          <a:p>
            <a:endParaRPr lang="en-IN" sz="1600" b="1" dirty="0">
              <a:solidFill>
                <a:schemeClr val="bg1"/>
              </a:solidFill>
              <a:latin typeface="Agency FB" panose="020B0503020202020204" pitchFamily="34" charset="0"/>
            </a:endParaRPr>
          </a:p>
          <a:p>
            <a:r>
              <a:rPr lang="en-IN" sz="1600" b="1" dirty="0">
                <a:solidFill>
                  <a:schemeClr val="bg1"/>
                </a:solidFill>
                <a:latin typeface="Agency FB" panose="020B0503020202020204" pitchFamily="34" charset="0"/>
              </a:rPr>
              <a:t>The paper argues that these two stages are relatively independent. The feature extractor learns representations without directly considering the requirements of the final classifier. As a result, even though the extracted features may represent the input well, they may not necessarily be optimally structured for the classifier used to make the final decision.</a:t>
            </a:r>
          </a:p>
          <a:p>
            <a:endParaRPr lang="en-IN" sz="1600" b="1" dirty="0">
              <a:solidFill>
                <a:schemeClr val="bg1"/>
              </a:solidFill>
              <a:latin typeface="Agency FB" panose="020B0503020202020204" pitchFamily="34" charset="0"/>
            </a:endParaRPr>
          </a:p>
        </p:txBody>
      </p:sp>
      <p:sp>
        <p:nvSpPr>
          <p:cNvPr id="10" name="TextBox 9">
            <a:extLst>
              <a:ext uri="{FF2B5EF4-FFF2-40B4-BE49-F238E27FC236}">
                <a16:creationId xmlns:a16="http://schemas.microsoft.com/office/drawing/2014/main" id="{E23362BC-33CB-D13B-B9DE-4F313D90E354}"/>
              </a:ext>
            </a:extLst>
          </p:cNvPr>
          <p:cNvSpPr txBox="1"/>
          <p:nvPr/>
        </p:nvSpPr>
        <p:spPr>
          <a:xfrm>
            <a:off x="888849" y="3218785"/>
            <a:ext cx="3923071" cy="461665"/>
          </a:xfrm>
          <a:prstGeom prst="rect">
            <a:avLst/>
          </a:prstGeom>
          <a:noFill/>
        </p:spPr>
        <p:txBody>
          <a:bodyPr wrap="square" rtlCol="0">
            <a:spAutoFit/>
          </a:bodyPr>
          <a:lstStyle/>
          <a:p>
            <a:r>
              <a:rPr lang="en-IN" sz="2400" b="1" dirty="0">
                <a:solidFill>
                  <a:schemeClr val="bg1"/>
                </a:solidFill>
                <a:effectLst>
                  <a:outerShdw blurRad="38100" dist="38100" dir="2700000" algn="tl">
                    <a:srgbClr val="000000">
                      <a:alpha val="43137"/>
                    </a:srgbClr>
                  </a:outerShdw>
                </a:effectLst>
                <a:latin typeface="Agency FB" panose="020B0503020202020204" pitchFamily="34" charset="0"/>
              </a:rPr>
              <a:t>DMCA Attempts to learn : </a:t>
            </a:r>
          </a:p>
        </p:txBody>
      </p:sp>
      <p:graphicFrame>
        <p:nvGraphicFramePr>
          <p:cNvPr id="12" name="Diagram 11">
            <a:extLst>
              <a:ext uri="{FF2B5EF4-FFF2-40B4-BE49-F238E27FC236}">
                <a16:creationId xmlns:a16="http://schemas.microsoft.com/office/drawing/2014/main" id="{C2B8E65E-8B3B-5A7C-0F2F-373B91DAA25E}"/>
              </a:ext>
            </a:extLst>
          </p:cNvPr>
          <p:cNvGraphicFramePr/>
          <p:nvPr>
            <p:extLst>
              <p:ext uri="{D42A27DB-BD31-4B8C-83A1-F6EECF244321}">
                <p14:modId xmlns:p14="http://schemas.microsoft.com/office/powerpoint/2010/main" val="2899926874"/>
              </p:ext>
            </p:extLst>
          </p:nvPr>
        </p:nvGraphicFramePr>
        <p:xfrm>
          <a:off x="400488" y="3965978"/>
          <a:ext cx="4411432" cy="20990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3" name="TextBox 12">
            <a:extLst>
              <a:ext uri="{FF2B5EF4-FFF2-40B4-BE49-F238E27FC236}">
                <a16:creationId xmlns:a16="http://schemas.microsoft.com/office/drawing/2014/main" id="{23C53567-AA65-5F8C-71FF-45189D7EB44D}"/>
              </a:ext>
            </a:extLst>
          </p:cNvPr>
          <p:cNvSpPr txBox="1"/>
          <p:nvPr/>
        </p:nvSpPr>
        <p:spPr>
          <a:xfrm>
            <a:off x="7057621" y="3660355"/>
            <a:ext cx="4113468" cy="2308324"/>
          </a:xfrm>
          <a:prstGeom prst="rect">
            <a:avLst/>
          </a:prstGeom>
          <a:noFill/>
        </p:spPr>
        <p:txBody>
          <a:bodyPr wrap="square" rtlCol="0">
            <a:spAutoFit/>
          </a:bodyPr>
          <a:lstStyle/>
          <a:p>
            <a:r>
              <a:rPr lang="en-IN" sz="2400" b="1" dirty="0">
                <a:solidFill>
                  <a:schemeClr val="bg1"/>
                </a:solidFill>
                <a:latin typeface="Agency FB" panose="020B0503020202020204" pitchFamily="34" charset="0"/>
              </a:rPr>
              <a:t>DMCA does not treat feature extraction and classification as completely independent processes; it encourages the learned features to be inherently suitable for the classifier that will use them.</a:t>
            </a:r>
          </a:p>
        </p:txBody>
      </p:sp>
      <p:sp>
        <p:nvSpPr>
          <p:cNvPr id="14" name="Rectangle 13">
            <a:extLst>
              <a:ext uri="{FF2B5EF4-FFF2-40B4-BE49-F238E27FC236}">
                <a16:creationId xmlns:a16="http://schemas.microsoft.com/office/drawing/2014/main" id="{60B2D944-00BB-E286-E65B-FFFF84C22168}"/>
              </a:ext>
            </a:extLst>
          </p:cNvPr>
          <p:cNvSpPr/>
          <p:nvPr/>
        </p:nvSpPr>
        <p:spPr>
          <a:xfrm>
            <a:off x="6764594" y="3416185"/>
            <a:ext cx="147484" cy="2796663"/>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436861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9A812D-A8B0-CBA1-34CC-A3B9C01F1D12}"/>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2D2E96C3-3883-B9E6-A661-0F1A3E6A21CA}"/>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8D965D0A-858F-ECA4-0052-C702665261D0}"/>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04BD7808-49AB-D996-3250-46F982557ABF}"/>
              </a:ext>
            </a:extLst>
          </p:cNvPr>
          <p:cNvGrpSpPr/>
          <p:nvPr/>
        </p:nvGrpSpPr>
        <p:grpSpPr>
          <a:xfrm>
            <a:off x="888849" y="380887"/>
            <a:ext cx="10286999" cy="916972"/>
            <a:chOff x="4881714" y="4087647"/>
            <a:chExt cx="2428568" cy="533513"/>
          </a:xfrm>
        </p:grpSpPr>
        <p:sp>
          <p:nvSpPr>
            <p:cNvPr id="6" name="TextBox 5">
              <a:extLst>
                <a:ext uri="{FF2B5EF4-FFF2-40B4-BE49-F238E27FC236}">
                  <a16:creationId xmlns:a16="http://schemas.microsoft.com/office/drawing/2014/main" id="{D8729498-89B7-1141-FB92-892F0DBDA410}"/>
                </a:ext>
              </a:extLst>
            </p:cNvPr>
            <p:cNvSpPr txBox="1"/>
            <p:nvPr/>
          </p:nvSpPr>
          <p:spPr>
            <a:xfrm>
              <a:off x="4881714" y="4148472"/>
              <a:ext cx="2428568" cy="411863"/>
            </a:xfrm>
            <a:prstGeom prst="rect">
              <a:avLst/>
            </a:prstGeom>
            <a:noFill/>
          </p:spPr>
          <p:txBody>
            <a:bodyPr wrap="square" rtlCol="0">
              <a:spAutoFit/>
            </a:bodyPr>
            <a:lstStyle/>
            <a:p>
              <a:pPr algn="ctr"/>
              <a:r>
                <a:rPr lang="en-IN" sz="4000" b="1" dirty="0">
                  <a:solidFill>
                    <a:schemeClr val="bg1"/>
                  </a:solidFill>
                  <a:latin typeface="Agency FB" panose="020B0503020202020204" pitchFamily="34" charset="0"/>
                </a:rPr>
                <a:t>Why Cosine Similarity and Margin?</a:t>
              </a:r>
            </a:p>
          </p:txBody>
        </p:sp>
        <p:sp>
          <p:nvSpPr>
            <p:cNvPr id="7" name="Frame 6">
              <a:extLst>
                <a:ext uri="{FF2B5EF4-FFF2-40B4-BE49-F238E27FC236}">
                  <a16:creationId xmlns:a16="http://schemas.microsoft.com/office/drawing/2014/main" id="{5901028F-FCB5-80CA-51EC-22E2E377CD20}"/>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BC9896F-192A-C884-769D-40195958E7A3}"/>
                  </a:ext>
                </a:extLst>
              </p:cNvPr>
              <p:cNvSpPr txBox="1"/>
              <p:nvPr/>
            </p:nvSpPr>
            <p:spPr>
              <a:xfrm>
                <a:off x="888849" y="1587420"/>
                <a:ext cx="10732880" cy="4190121"/>
              </a:xfrm>
              <a:prstGeom prst="rect">
                <a:avLst/>
              </a:prstGeom>
              <a:noFill/>
            </p:spPr>
            <p:txBody>
              <a:bodyPr wrap="square" rtlCol="0">
                <a:spAutoFit/>
              </a:bodyPr>
              <a:lstStyle/>
              <a:p>
                <a:r>
                  <a:rPr lang="en-IN" dirty="0">
                    <a:solidFill>
                      <a:schemeClr val="bg1"/>
                    </a:solidFill>
                    <a:latin typeface="Agency FB" panose="020B0503020202020204" pitchFamily="34" charset="0"/>
                  </a:rPr>
                  <a:t>In classification, features belonging to different classes should ideally be well separated. If the learned feature representations of two classes are too close or overlap significantly, the classifier may have difficulty distinguishing between them.</a:t>
                </a:r>
              </a:p>
              <a:p>
                <a:r>
                  <a:rPr lang="en-IN" dirty="0">
                    <a:solidFill>
                      <a:schemeClr val="bg1"/>
                    </a:solidFill>
                    <a:latin typeface="Agency FB" panose="020B0503020202020204" pitchFamily="34" charset="0"/>
                  </a:rPr>
                  <a:t>DMCA uses </a:t>
                </a:r>
                <a:r>
                  <a:rPr lang="en-IN" sz="2000" b="1" dirty="0">
                    <a:solidFill>
                      <a:schemeClr val="bg1"/>
                    </a:solidFill>
                    <a:latin typeface="Agency FB" panose="020B0503020202020204" pitchFamily="34" charset="0"/>
                  </a:rPr>
                  <a:t>cosine similarity</a:t>
                </a:r>
                <a:r>
                  <a:rPr lang="en-IN" sz="2000" dirty="0">
                    <a:solidFill>
                      <a:schemeClr val="bg1"/>
                    </a:solidFill>
                    <a:latin typeface="Agency FB" panose="020B0503020202020204" pitchFamily="34" charset="0"/>
                  </a:rPr>
                  <a:t> </a:t>
                </a:r>
                <a:r>
                  <a:rPr lang="en-IN" dirty="0">
                    <a:solidFill>
                      <a:schemeClr val="bg1"/>
                    </a:solidFill>
                    <a:latin typeface="Agency FB" panose="020B0503020202020204" pitchFamily="34" charset="0"/>
                  </a:rPr>
                  <a:t>to measure the relationship between learned features and class-related weight vectors.</a:t>
                </a:r>
              </a:p>
              <a:p>
                <a:r>
                  <a:rPr lang="en-IN" dirty="0">
                    <a:solidFill>
                      <a:schemeClr val="bg1"/>
                    </a:solidFill>
                    <a:latin typeface="Agency FB" panose="020B0503020202020204" pitchFamily="34" charset="0"/>
                  </a:rPr>
                  <a:t>Cosine similarity is based on the angle between two vectors:</a:t>
                </a:r>
              </a:p>
              <a:p>
                <a:pPr/>
                <a14:m>
                  <m:oMathPara xmlns:m="http://schemas.openxmlformats.org/officeDocument/2006/math">
                    <m:oMath>
                      <m:borderBox>
                        <m:borderBoxPr>
                          <m:ctrlPr>
                            <a:rPr lang="en-IN" sz="2000" b="1" i="1">
                              <a:solidFill>
                                <a:schemeClr val="bg1"/>
                              </a:solidFill>
                              <a:latin typeface="Cambria Math" panose="02040503050406030204" pitchFamily="18" charset="0"/>
                            </a:rPr>
                          </m:ctrlPr>
                        </m:borderBoxPr>
                        <m:e>
                          <m:r>
                            <a:rPr lang="en-IN" sz="2000" b="1" i="1">
                              <a:solidFill>
                                <a:schemeClr val="bg1"/>
                              </a:solidFill>
                              <a:latin typeface="Cambria Math" panose="02040503050406030204" pitchFamily="18" charset="0"/>
                            </a:rPr>
                            <m:t>𝐜𝐨𝐬</m:t>
                          </m:r>
                          <m:r>
                            <a:rPr lang="en-IN" sz="2000" b="1">
                              <a:solidFill>
                                <a:schemeClr val="bg1"/>
                              </a:solidFill>
                              <a:latin typeface="Cambria Math" panose="02040503050406030204" pitchFamily="18" charset="0"/>
                            </a:rPr>
                            <m:t>⁡</m:t>
                          </m:r>
                          <m:d>
                            <m:dPr>
                              <m:ctrlPr>
                                <a:rPr lang="en-IN" sz="2000" b="1" i="1">
                                  <a:solidFill>
                                    <a:schemeClr val="bg1"/>
                                  </a:solidFill>
                                  <a:latin typeface="Cambria Math" panose="02040503050406030204" pitchFamily="18" charset="0"/>
                                </a:rPr>
                              </m:ctrlPr>
                            </m:dPr>
                            <m:e>
                              <m:r>
                                <a:rPr lang="en-IN" sz="2000" b="1" i="1">
                                  <a:solidFill>
                                    <a:schemeClr val="bg1"/>
                                  </a:solidFill>
                                  <a:latin typeface="Cambria Math" panose="02040503050406030204" pitchFamily="18" charset="0"/>
                                </a:rPr>
                                <m:t>𝜽</m:t>
                              </m:r>
                            </m:e>
                          </m:d>
                        </m:e>
                      </m:borderBox>
                    </m:oMath>
                  </m:oMathPara>
                </a14:m>
                <a:endParaRPr lang="en-IN" b="1" dirty="0">
                  <a:solidFill>
                    <a:schemeClr val="bg1"/>
                  </a:solidFill>
                  <a:latin typeface="Agency FB" panose="020B0503020202020204" pitchFamily="34" charset="0"/>
                </a:endParaRPr>
              </a:p>
              <a:p>
                <a:r>
                  <a:rPr lang="en-IN" dirty="0">
                    <a:solidFill>
                      <a:schemeClr val="bg1"/>
                    </a:solidFill>
                    <a:latin typeface="Agency FB" panose="020B0503020202020204" pitchFamily="34" charset="0"/>
                  </a:rPr>
                  <a:t>where </a:t>
                </a:r>
                <a14:m>
                  <m:oMath xmlns:m="http://schemas.openxmlformats.org/officeDocument/2006/math">
                    <m:r>
                      <a:rPr lang="en-IN" sz="2000" b="1" i="1">
                        <a:solidFill>
                          <a:schemeClr val="bg1"/>
                        </a:solidFill>
                        <a:latin typeface="Cambria Math" panose="02040503050406030204" pitchFamily="18" charset="0"/>
                      </a:rPr>
                      <m:t>𝜽</m:t>
                    </m:r>
                  </m:oMath>
                </a14:m>
                <a:r>
                  <a:rPr lang="en-IN" b="1" dirty="0">
                    <a:solidFill>
                      <a:schemeClr val="bg1"/>
                    </a:solidFill>
                    <a:latin typeface="Agency FB" panose="020B0503020202020204" pitchFamily="34" charset="0"/>
                  </a:rPr>
                  <a:t>represents the angle between the vectors</a:t>
                </a:r>
                <a:r>
                  <a:rPr lang="en-IN" dirty="0">
                    <a:solidFill>
                      <a:schemeClr val="bg1"/>
                    </a:solidFill>
                    <a:latin typeface="Agency FB" panose="020B0503020202020204" pitchFamily="34" charset="0"/>
                  </a:rPr>
                  <a:t>.</a:t>
                </a:r>
              </a:p>
              <a:p>
                <a:r>
                  <a:rPr lang="en-IN" dirty="0">
                    <a:solidFill>
                      <a:schemeClr val="bg1"/>
                    </a:solidFill>
                    <a:latin typeface="Agency FB" panose="020B0503020202020204" pitchFamily="34" charset="0"/>
                  </a:rPr>
                  <a:t>A higher cosine similarity indicates that the two vectors are more closely aligned in direction, while a lower similarity indicates greater angular separation.</a:t>
                </a:r>
              </a:p>
              <a:p>
                <a:endParaRPr lang="en-IN" sz="2000" b="1" dirty="0">
                  <a:solidFill>
                    <a:schemeClr val="bg1"/>
                  </a:solidFill>
                  <a:latin typeface="Agency FB" panose="020B0503020202020204" pitchFamily="34" charset="0"/>
                </a:endParaRPr>
              </a:p>
              <a:p>
                <a:r>
                  <a:rPr lang="en-IN" sz="2000" b="1" dirty="0">
                    <a:solidFill>
                      <a:schemeClr val="bg1"/>
                    </a:solidFill>
                    <a:latin typeface="Agency FB" panose="020B0503020202020204" pitchFamily="34" charset="0"/>
                  </a:rPr>
                  <a:t>What Does the Margin Do?</a:t>
                </a:r>
              </a:p>
              <a:p>
                <a:r>
                  <a:rPr lang="en-IN" dirty="0">
                    <a:solidFill>
                      <a:schemeClr val="bg1"/>
                    </a:solidFill>
                    <a:latin typeface="Agency FB" panose="020B0503020202020204" pitchFamily="34" charset="0"/>
                  </a:rPr>
                  <a:t>DMCA introduces an additional cosine margin into the </a:t>
                </a:r>
                <a:r>
                  <a:rPr lang="en-IN" dirty="0" err="1">
                    <a:solidFill>
                      <a:schemeClr val="bg1"/>
                    </a:solidFill>
                    <a:latin typeface="Agency FB" panose="020B0503020202020204" pitchFamily="34" charset="0"/>
                  </a:rPr>
                  <a:t>Softmax</a:t>
                </a:r>
                <a:r>
                  <a:rPr lang="en-IN" dirty="0">
                    <a:solidFill>
                      <a:schemeClr val="bg1"/>
                    </a:solidFill>
                    <a:latin typeface="Agency FB" panose="020B0503020202020204" pitchFamily="34" charset="0"/>
                  </a:rPr>
                  <a:t> loss.</a:t>
                </a:r>
              </a:p>
              <a:p>
                <a:r>
                  <a:rPr lang="en-IN" dirty="0">
                    <a:solidFill>
                      <a:schemeClr val="bg1"/>
                    </a:solidFill>
                    <a:latin typeface="Agency FB" panose="020B0503020202020204" pitchFamily="34" charset="0"/>
                  </a:rPr>
                  <a:t>The purpose of this margin is to increase the separation between features belonging to different classes in the angular space.</a:t>
                </a:r>
              </a:p>
              <a:p>
                <a:endParaRPr lang="en-IN" dirty="0">
                  <a:solidFill>
                    <a:schemeClr val="bg1"/>
                  </a:solidFill>
                  <a:latin typeface="Agency FB" panose="020B0503020202020204" pitchFamily="34" charset="0"/>
                </a:endParaRPr>
              </a:p>
              <a:p>
                <a:endParaRPr lang="en-IN" b="1" dirty="0">
                  <a:solidFill>
                    <a:schemeClr val="bg1"/>
                  </a:solidFill>
                  <a:latin typeface="Agency FB" panose="020B0503020202020204" pitchFamily="34" charset="0"/>
                </a:endParaRPr>
              </a:p>
            </p:txBody>
          </p:sp>
        </mc:Choice>
        <mc:Fallback xmlns="">
          <p:sp>
            <p:nvSpPr>
              <p:cNvPr id="9" name="TextBox 8">
                <a:extLst>
                  <a:ext uri="{FF2B5EF4-FFF2-40B4-BE49-F238E27FC236}">
                    <a16:creationId xmlns:a16="http://schemas.microsoft.com/office/drawing/2014/main" id="{5BC9896F-192A-C884-769D-40195958E7A3}"/>
                  </a:ext>
                </a:extLst>
              </p:cNvPr>
              <p:cNvSpPr txBox="1">
                <a:spLocks noRot="1" noChangeAspect="1" noMove="1" noResize="1" noEditPoints="1" noAdjustHandles="1" noChangeArrowheads="1" noChangeShapeType="1" noTextEdit="1"/>
              </p:cNvSpPr>
              <p:nvPr/>
            </p:nvSpPr>
            <p:spPr>
              <a:xfrm>
                <a:off x="888849" y="1587420"/>
                <a:ext cx="10732880" cy="4190121"/>
              </a:xfrm>
              <a:prstGeom prst="rect">
                <a:avLst/>
              </a:prstGeom>
              <a:blipFill>
                <a:blip r:embed="rId2"/>
                <a:stretch>
                  <a:fillRect l="-625" t="-581"/>
                </a:stretch>
              </a:blipFill>
            </p:spPr>
            <p:txBody>
              <a:bodyPr/>
              <a:lstStyle/>
              <a:p>
                <a:r>
                  <a:rPr lang="en-IN">
                    <a:noFill/>
                  </a:rPr>
                  <a:t> </a:t>
                </a:r>
              </a:p>
            </p:txBody>
          </p:sp>
        </mc:Fallback>
      </mc:AlternateContent>
      <p:sp>
        <p:nvSpPr>
          <p:cNvPr id="10" name="Rectangle 9">
            <a:extLst>
              <a:ext uri="{FF2B5EF4-FFF2-40B4-BE49-F238E27FC236}">
                <a16:creationId xmlns:a16="http://schemas.microsoft.com/office/drawing/2014/main" id="{FC193149-23D8-13DA-DE7C-FC99361B4814}"/>
              </a:ext>
            </a:extLst>
          </p:cNvPr>
          <p:cNvSpPr/>
          <p:nvPr/>
        </p:nvSpPr>
        <p:spPr>
          <a:xfrm>
            <a:off x="1524000" y="5515897"/>
            <a:ext cx="442452" cy="65574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FE91D58C-E706-F8A4-DBC9-7FFE104398EB}"/>
              </a:ext>
            </a:extLst>
          </p:cNvPr>
          <p:cNvSpPr/>
          <p:nvPr/>
        </p:nvSpPr>
        <p:spPr>
          <a:xfrm>
            <a:off x="2015613" y="5515897"/>
            <a:ext cx="442452" cy="65574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A9057F49-1C45-5707-62D8-3D7B430037E3}"/>
              </a:ext>
            </a:extLst>
          </p:cNvPr>
          <p:cNvSpPr/>
          <p:nvPr/>
        </p:nvSpPr>
        <p:spPr>
          <a:xfrm>
            <a:off x="6474542" y="5515897"/>
            <a:ext cx="442452" cy="65574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B317B031-328C-A71E-516C-2758252AAD71}"/>
              </a:ext>
            </a:extLst>
          </p:cNvPr>
          <p:cNvSpPr/>
          <p:nvPr/>
        </p:nvSpPr>
        <p:spPr>
          <a:xfrm>
            <a:off x="7358475" y="5515897"/>
            <a:ext cx="442452" cy="655747"/>
          </a:xfrm>
          <a:prstGeom prst="rect">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F9130050-5DBA-0157-7550-BEF495B3D1C2}"/>
              </a:ext>
            </a:extLst>
          </p:cNvPr>
          <p:cNvSpPr/>
          <p:nvPr/>
        </p:nvSpPr>
        <p:spPr>
          <a:xfrm>
            <a:off x="6992708" y="5515897"/>
            <a:ext cx="290052" cy="655747"/>
          </a:xfrm>
          <a:prstGeom prst="rect">
            <a:avLst/>
          </a:prstGeom>
          <a:solidFill>
            <a:srgbClr val="FF000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A237A929-24DA-D84E-FFC4-0057A705DD8D}"/>
              </a:ext>
            </a:extLst>
          </p:cNvPr>
          <p:cNvSpPr txBox="1"/>
          <p:nvPr/>
        </p:nvSpPr>
        <p:spPr>
          <a:xfrm>
            <a:off x="2718621" y="5592875"/>
            <a:ext cx="2998838" cy="369332"/>
          </a:xfrm>
          <a:prstGeom prst="rect">
            <a:avLst/>
          </a:prstGeom>
          <a:noFill/>
        </p:spPr>
        <p:txBody>
          <a:bodyPr wrap="square" rtlCol="0">
            <a:spAutoFit/>
          </a:bodyPr>
          <a:lstStyle/>
          <a:p>
            <a:r>
              <a:rPr lang="en-IN" b="1" dirty="0">
                <a:solidFill>
                  <a:schemeClr val="accent4">
                    <a:lumMod val="20000"/>
                    <a:lumOff val="80000"/>
                  </a:schemeClr>
                </a:solidFill>
                <a:latin typeface="Agency FB" panose="020B0503020202020204" pitchFamily="34" charset="0"/>
              </a:rPr>
              <a:t>Close gap – may cause errors</a:t>
            </a:r>
          </a:p>
        </p:txBody>
      </p:sp>
      <p:sp>
        <p:nvSpPr>
          <p:cNvPr id="16" name="TextBox 15">
            <a:extLst>
              <a:ext uri="{FF2B5EF4-FFF2-40B4-BE49-F238E27FC236}">
                <a16:creationId xmlns:a16="http://schemas.microsoft.com/office/drawing/2014/main" id="{811D4116-B691-E1FE-34D5-6059FD0675A3}"/>
              </a:ext>
            </a:extLst>
          </p:cNvPr>
          <p:cNvSpPr txBox="1"/>
          <p:nvPr/>
        </p:nvSpPr>
        <p:spPr>
          <a:xfrm>
            <a:off x="8072284" y="5592875"/>
            <a:ext cx="3441289" cy="369332"/>
          </a:xfrm>
          <a:prstGeom prst="rect">
            <a:avLst/>
          </a:prstGeom>
          <a:noFill/>
        </p:spPr>
        <p:txBody>
          <a:bodyPr wrap="square" rtlCol="0">
            <a:spAutoFit/>
          </a:bodyPr>
          <a:lstStyle/>
          <a:p>
            <a:r>
              <a:rPr lang="en-IN" b="1" dirty="0">
                <a:solidFill>
                  <a:schemeClr val="accent4">
                    <a:lumMod val="20000"/>
                    <a:lumOff val="80000"/>
                  </a:schemeClr>
                </a:solidFill>
                <a:latin typeface="Agency FB" panose="020B0503020202020204" pitchFamily="34" charset="0"/>
              </a:rPr>
              <a:t>Margin – reduces classification error</a:t>
            </a:r>
          </a:p>
        </p:txBody>
      </p:sp>
    </p:spTree>
    <p:extLst>
      <p:ext uri="{BB962C8B-B14F-4D97-AF65-F5344CB8AC3E}">
        <p14:creationId xmlns:p14="http://schemas.microsoft.com/office/powerpoint/2010/main" val="1104573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18871C8-ABBD-3375-3A3C-74D1616225B6}"/>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421E5825-8248-37BD-0D4A-08FDFF037C9A}"/>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23DA68DF-BBFC-9E95-CA0C-257207947386}"/>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A4E29C8C-BD5F-D1C0-D493-EB25E2A19D03}"/>
              </a:ext>
            </a:extLst>
          </p:cNvPr>
          <p:cNvGrpSpPr/>
          <p:nvPr/>
        </p:nvGrpSpPr>
        <p:grpSpPr>
          <a:xfrm>
            <a:off x="1583511" y="442809"/>
            <a:ext cx="8897676" cy="793128"/>
            <a:chOff x="4881714" y="4087647"/>
            <a:chExt cx="2428568" cy="533513"/>
          </a:xfrm>
        </p:grpSpPr>
        <p:sp>
          <p:nvSpPr>
            <p:cNvPr id="6" name="TextBox 5">
              <a:extLst>
                <a:ext uri="{FF2B5EF4-FFF2-40B4-BE49-F238E27FC236}">
                  <a16:creationId xmlns:a16="http://schemas.microsoft.com/office/drawing/2014/main" id="{A88F641D-C6E7-D0FC-10DB-E95ABD245175}"/>
                </a:ext>
              </a:extLst>
            </p:cNvPr>
            <p:cNvSpPr txBox="1"/>
            <p:nvPr/>
          </p:nvSpPr>
          <p:spPr>
            <a:xfrm>
              <a:off x="4881714" y="4148472"/>
              <a:ext cx="2428568" cy="434767"/>
            </a:xfrm>
            <a:prstGeom prst="rect">
              <a:avLst/>
            </a:prstGeom>
            <a:noFill/>
          </p:spPr>
          <p:txBody>
            <a:bodyPr wrap="square" rtlCol="0">
              <a:spAutoFit/>
            </a:bodyPr>
            <a:lstStyle/>
            <a:p>
              <a:pPr algn="ctr"/>
              <a:r>
                <a:rPr lang="en-IN" sz="3600" b="1" dirty="0">
                  <a:solidFill>
                    <a:schemeClr val="bg1"/>
                  </a:solidFill>
                  <a:latin typeface="Agency FB" panose="020B0503020202020204" pitchFamily="34" charset="0"/>
                </a:rPr>
                <a:t>Experimental Datasets</a:t>
              </a:r>
            </a:p>
          </p:txBody>
        </p:sp>
        <p:sp>
          <p:nvSpPr>
            <p:cNvPr id="7" name="Frame 6">
              <a:extLst>
                <a:ext uri="{FF2B5EF4-FFF2-40B4-BE49-F238E27FC236}">
                  <a16:creationId xmlns:a16="http://schemas.microsoft.com/office/drawing/2014/main" id="{ACC69FBE-0B16-0E66-DFE2-56D31E085A4D}"/>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82681AB-1109-4D2B-8B17-7D846014A039}"/>
                  </a:ext>
                </a:extLst>
              </p:cNvPr>
              <p:cNvSpPr/>
              <p:nvPr/>
            </p:nvSpPr>
            <p:spPr>
              <a:xfrm>
                <a:off x="786545" y="2918852"/>
                <a:ext cx="4635980" cy="3410445"/>
              </a:xfrm>
              <a:prstGeom prst="rect">
                <a:avLst/>
              </a:prstGeom>
              <a:solidFill>
                <a:schemeClr val="tx2">
                  <a:lumMod val="90000"/>
                  <a:lumOff val="1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200" b="1" dirty="0">
                  <a:latin typeface="Agency FB" panose="020B0503020202020204" pitchFamily="34" charset="0"/>
                </a:endParaRPr>
              </a:p>
              <a:p>
                <a:endParaRPr lang="en-IN" sz="1200" b="1" dirty="0">
                  <a:latin typeface="Agency FB" panose="020B0503020202020204" pitchFamily="34" charset="0"/>
                </a:endParaRPr>
              </a:p>
              <a:p>
                <a:endParaRPr lang="en-IN" sz="1200" b="1" dirty="0">
                  <a:latin typeface="Agency FB" panose="020B0503020202020204" pitchFamily="34" charset="0"/>
                </a:endParaRPr>
              </a:p>
              <a:p>
                <a:endParaRPr lang="en-IN" sz="1200" b="1" dirty="0">
                  <a:latin typeface="Agency FB" panose="020B0503020202020204" pitchFamily="34" charset="0"/>
                </a:endParaRPr>
              </a:p>
              <a:p>
                <a:r>
                  <a:rPr lang="en-IN" sz="1200" b="1" dirty="0">
                    <a:latin typeface="Agency FB" panose="020B0503020202020204" pitchFamily="34" charset="0"/>
                  </a:rPr>
                  <a:t>The In Vivo HHB dataset was generated using a customized intraoperative hyperspectral acquisition system for delineating human brain </a:t>
                </a:r>
                <a:r>
                  <a:rPr lang="en-IN" sz="1200" b="1" dirty="0" err="1">
                    <a:latin typeface="Agency FB" panose="020B0503020202020204" pitchFamily="34" charset="0"/>
                  </a:rPr>
                  <a:t>tumors</a:t>
                </a:r>
                <a:r>
                  <a:rPr lang="en-IN" sz="1200" b="1" dirty="0">
                    <a:latin typeface="Agency FB" panose="020B0503020202020204" pitchFamily="34" charset="0"/>
                  </a:rPr>
                  <a:t> during neurosurgical operations.</a:t>
                </a:r>
              </a:p>
              <a:p>
                <a:r>
                  <a:rPr lang="en-IN" sz="1200" b="1" dirty="0">
                    <a:latin typeface="Agency FB" panose="020B0503020202020204" pitchFamily="34" charset="0"/>
                  </a:rPr>
                  <a:t>The imaging system uses a push-broom technique and covers wavelengths from:</a:t>
                </a:r>
              </a:p>
              <a:p>
                <a:endParaRPr lang="en-IN" sz="1200" b="1" dirty="0">
                  <a:latin typeface="Agency FB" panose="020B0503020202020204" pitchFamily="34" charset="0"/>
                </a:endParaRP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𝟒𝟎𝟎</m:t>
                          </m:r>
                          <m:r>
                            <m:rPr>
                              <m:nor/>
                            </m:rPr>
                            <a:rPr lang="en-IN" sz="1200" b="1" i="0">
                              <a:latin typeface="Agency FB" panose="020B0503020202020204" pitchFamily="34" charset="0"/>
                            </a:rPr>
                            <m:t> nm to </m:t>
                          </m:r>
                          <m:r>
                            <a:rPr lang="en-IN" sz="1200" b="1" i="1" smtClean="0">
                              <a:latin typeface="Cambria Math" panose="02040503050406030204" pitchFamily="18" charset="0"/>
                            </a:rPr>
                            <m:t>𝟏𝟎𝟎𝟎</m:t>
                          </m:r>
                          <m:r>
                            <m:rPr>
                              <m:nor/>
                            </m:rPr>
                            <a:rPr lang="en-IN" sz="1200" b="1" i="0">
                              <a:latin typeface="Agency FB" panose="020B0503020202020204" pitchFamily="34" charset="0"/>
                            </a:rPr>
                            <m:t> nm</m:t>
                          </m:r>
                        </m:e>
                      </m:borderBox>
                    </m:oMath>
                  </m:oMathPara>
                </a14:m>
                <a:endParaRPr lang="en-IN" sz="1200" b="1" dirty="0">
                  <a:latin typeface="Agency FB" panose="020B0503020202020204" pitchFamily="34" charset="0"/>
                </a:endParaRPr>
              </a:p>
              <a:p>
                <a:endParaRPr lang="en-IN" sz="1200" b="1" dirty="0">
                  <a:latin typeface="Agency FB" panose="020B0503020202020204" pitchFamily="34" charset="0"/>
                </a:endParaRPr>
              </a:p>
              <a:p>
                <a:r>
                  <a:rPr lang="en-IN" sz="1200" b="1" dirty="0">
                    <a:latin typeface="Agency FB" panose="020B0503020202020204" pitchFamily="34" charset="0"/>
                  </a:rPr>
                  <a:t>with a spectral resolution of approximately </a:t>
                </a:r>
                <a14:m>
                  <m:oMath xmlns:m="http://schemas.openxmlformats.org/officeDocument/2006/math">
                    <m:r>
                      <a:rPr lang="en-IN" sz="1200" b="1" i="1" smtClean="0">
                        <a:latin typeface="Cambria Math" panose="02040503050406030204" pitchFamily="18" charset="0"/>
                      </a:rPr>
                      <m:t>𝟐</m:t>
                    </m:r>
                    <m:r>
                      <a:rPr lang="en-IN" sz="1200" b="1">
                        <a:latin typeface="Cambria Math" panose="02040503050406030204" pitchFamily="18" charset="0"/>
                      </a:rPr>
                      <m:t>−</m:t>
                    </m:r>
                    <m:r>
                      <a:rPr lang="en-IN" sz="1200" b="1" i="1">
                        <a:latin typeface="Cambria Math" panose="02040503050406030204" pitchFamily="18" charset="0"/>
                      </a:rPr>
                      <m:t>𝟑</m:t>
                    </m:r>
                  </m:oMath>
                </a14:m>
                <a:r>
                  <a:rPr lang="en-IN" sz="1200" b="1" dirty="0">
                    <a:latin typeface="Agency FB" panose="020B0503020202020204" pitchFamily="34" charset="0"/>
                  </a:rPr>
                  <a:t>nm.</a:t>
                </a:r>
              </a:p>
              <a:p>
                <a:r>
                  <a:rPr lang="en-IN" sz="1200" b="1" dirty="0">
                    <a:latin typeface="Agency FB" panose="020B0503020202020204" pitchFamily="34" charset="0"/>
                  </a:rPr>
                  <a:t>The system captures:</a:t>
                </a: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𝟖𝟐𝟔</m:t>
                          </m:r>
                          <m:r>
                            <m:rPr>
                              <m:nor/>
                            </m:rPr>
                            <a:rPr lang="en-IN" sz="1200" b="1" i="0">
                              <a:latin typeface="Agency FB" panose="020B0503020202020204" pitchFamily="34" charset="0"/>
                            </a:rPr>
                            <m:t> spectral bands</m:t>
                          </m:r>
                        </m:e>
                      </m:borderBox>
                    </m:oMath>
                  </m:oMathPara>
                </a14:m>
                <a:endParaRPr lang="en-IN" sz="1200" b="1" dirty="0">
                  <a:latin typeface="Agency FB" panose="020B0503020202020204" pitchFamily="34" charset="0"/>
                </a:endParaRPr>
              </a:p>
              <a:p>
                <a:endParaRPr lang="en-IN" sz="1200" b="1" dirty="0">
                  <a:latin typeface="Agency FB" panose="020B0503020202020204" pitchFamily="34" charset="0"/>
                </a:endParaRPr>
              </a:p>
              <a:p>
                <a:r>
                  <a:rPr lang="en-IN" sz="1200" b="1" dirty="0">
                    <a:latin typeface="Agency FB" panose="020B0503020202020204" pitchFamily="34" charset="0"/>
                  </a:rPr>
                  <a:t>The dataset consists of:</a:t>
                </a:r>
              </a:p>
              <a:p>
                <a:endParaRPr lang="en-IN" sz="1200" b="1" dirty="0">
                  <a:latin typeface="Agency FB" panose="020B0503020202020204" pitchFamily="34" charset="0"/>
                </a:endParaRP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𝟑𝟔</m:t>
                          </m:r>
                          <m:r>
                            <m:rPr>
                              <m:nor/>
                            </m:rPr>
                            <a:rPr lang="en-IN" sz="1200" b="1" i="0">
                              <a:latin typeface="Agency FB" panose="020B0503020202020204" pitchFamily="34" charset="0"/>
                            </a:rPr>
                            <m:t> medical hyperspectral images from different patients</m:t>
                          </m:r>
                        </m:e>
                      </m:borderBox>
                    </m:oMath>
                  </m:oMathPara>
                </a14:m>
                <a:endParaRPr lang="en-IN" sz="1200" b="1" dirty="0">
                  <a:latin typeface="Agency FB" panose="020B0503020202020204" pitchFamily="34" charset="0"/>
                </a:endParaRPr>
              </a:p>
              <a:p>
                <a:endParaRPr lang="en-IN" sz="1200" b="1" dirty="0">
                  <a:latin typeface="Agency FB" panose="020B0503020202020204" pitchFamily="34" charset="0"/>
                </a:endParaRPr>
              </a:p>
              <a:p>
                <a:pPr algn="ctr"/>
                <a:endParaRPr lang="en-IN" sz="1200" b="1" dirty="0">
                  <a:latin typeface="Agency FB" panose="020B0503020202020204" pitchFamily="34" charset="0"/>
                </a:endParaRPr>
              </a:p>
            </p:txBody>
          </p:sp>
        </mc:Choice>
        <mc:Fallback xmlns="">
          <p:sp>
            <p:nvSpPr>
              <p:cNvPr id="8" name="Rectangle 7">
                <a:extLst>
                  <a:ext uri="{FF2B5EF4-FFF2-40B4-BE49-F238E27FC236}">
                    <a16:creationId xmlns:a16="http://schemas.microsoft.com/office/drawing/2014/main" id="{E82681AB-1109-4D2B-8B17-7D846014A039}"/>
                  </a:ext>
                </a:extLst>
              </p:cNvPr>
              <p:cNvSpPr>
                <a:spLocks noRot="1" noChangeAspect="1" noMove="1" noResize="1" noEditPoints="1" noAdjustHandles="1" noChangeArrowheads="1" noChangeShapeType="1" noTextEdit="1"/>
              </p:cNvSpPr>
              <p:nvPr/>
            </p:nvSpPr>
            <p:spPr>
              <a:xfrm>
                <a:off x="786545" y="2918852"/>
                <a:ext cx="4635980" cy="3410445"/>
              </a:xfrm>
              <a:prstGeom prst="rect">
                <a:avLst/>
              </a:prstGeom>
              <a:blipFill>
                <a:blip r:embed="rId2"/>
                <a:stretch>
                  <a:fillRect/>
                </a:stretch>
              </a:blipFill>
              <a:ln>
                <a:solidFill>
                  <a:schemeClr val="bg1"/>
                </a:solidFill>
              </a:ln>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D492A43A-0DAF-A594-D70A-CAEBE128F9E5}"/>
                  </a:ext>
                </a:extLst>
              </p:cNvPr>
              <p:cNvSpPr/>
              <p:nvPr/>
            </p:nvSpPr>
            <p:spPr>
              <a:xfrm>
                <a:off x="6526041" y="2918852"/>
                <a:ext cx="4852716" cy="3421156"/>
              </a:xfrm>
              <a:prstGeom prst="rect">
                <a:avLst/>
              </a:prstGeom>
              <a:solidFill>
                <a:schemeClr val="tx2">
                  <a:lumMod val="90000"/>
                  <a:lumOff val="1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IN" sz="1200" b="1" dirty="0">
                  <a:latin typeface="Agency FB" panose="020B0503020202020204" pitchFamily="34" charset="0"/>
                </a:endParaRPr>
              </a:p>
              <a:p>
                <a:r>
                  <a:rPr lang="en-IN" sz="1200" b="1" dirty="0">
                    <a:latin typeface="Agency FB" panose="020B0503020202020204" pitchFamily="34" charset="0"/>
                  </a:rPr>
                  <a:t>The MC dataset was obtained using a microscopy hyperspectral imaging system and contains hyperspectral images of </a:t>
                </a:r>
                <a:r>
                  <a:rPr lang="en-IN" sz="1200" b="1" dirty="0" err="1">
                    <a:latin typeface="Agency FB" panose="020B0503020202020204" pitchFamily="34" charset="0"/>
                  </a:rPr>
                  <a:t>choledoch</a:t>
                </a:r>
                <a:r>
                  <a:rPr lang="en-IN" sz="1200" b="1" dirty="0">
                    <a:latin typeface="Agency FB" panose="020B0503020202020204" pitchFamily="34" charset="0"/>
                  </a:rPr>
                  <a:t> tissues.</a:t>
                </a:r>
              </a:p>
              <a:p>
                <a:r>
                  <a:rPr lang="en-IN" sz="1200" b="1" dirty="0">
                    <a:latin typeface="Agency FB" panose="020B0503020202020204" pitchFamily="34" charset="0"/>
                  </a:rPr>
                  <a:t>The dataset was provided by </a:t>
                </a:r>
                <a:r>
                  <a:rPr lang="en-IN" sz="1200" b="1" dirty="0" err="1">
                    <a:latin typeface="Agency FB" panose="020B0503020202020204" pitchFamily="34" charset="0"/>
                  </a:rPr>
                  <a:t>Changhai</a:t>
                </a:r>
                <a:r>
                  <a:rPr lang="en-IN" sz="1200" b="1" dirty="0">
                    <a:latin typeface="Agency FB" panose="020B0503020202020204" pitchFamily="34" charset="0"/>
                  </a:rPr>
                  <a:t> Hospital in Shanghai, China.</a:t>
                </a:r>
              </a:p>
              <a:p>
                <a:r>
                  <a:rPr lang="en-IN" sz="1200" b="1" dirty="0">
                    <a:latin typeface="Agency FB" panose="020B0503020202020204" pitchFamily="34" charset="0"/>
                  </a:rPr>
                  <a:t>It contains:</a:t>
                </a: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𝟖𝟖𝟎</m:t>
                          </m:r>
                          <m:r>
                            <m:rPr>
                              <m:nor/>
                            </m:rPr>
                            <a:rPr lang="en-IN" sz="1200" b="1" i="0">
                              <a:latin typeface="Agency FB" panose="020B0503020202020204" pitchFamily="34" charset="0"/>
                            </a:rPr>
                            <m:t> hyperspectral scenes</m:t>
                          </m:r>
                        </m:e>
                      </m:borderBox>
                    </m:oMath>
                  </m:oMathPara>
                </a14:m>
                <a:endParaRPr lang="en-IN" sz="1200" b="1" dirty="0">
                  <a:latin typeface="Agency FB" panose="020B0503020202020204" pitchFamily="34" charset="0"/>
                </a:endParaRPr>
              </a:p>
              <a:p>
                <a:r>
                  <a:rPr lang="en-IN" sz="1200" b="1" dirty="0">
                    <a:latin typeface="Agency FB" panose="020B0503020202020204" pitchFamily="34" charset="0"/>
                  </a:rPr>
                  <a:t>from:</a:t>
                </a: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𝟏𝟕𝟒</m:t>
                          </m:r>
                          <m:r>
                            <m:rPr>
                              <m:nor/>
                            </m:rPr>
                            <a:rPr lang="en-IN" sz="1200" b="1" i="0">
                              <a:latin typeface="Agency FB" panose="020B0503020202020204" pitchFamily="34" charset="0"/>
                            </a:rPr>
                            <m:t> patients</m:t>
                          </m:r>
                        </m:e>
                      </m:borderBox>
                    </m:oMath>
                  </m:oMathPara>
                </a14:m>
                <a:endParaRPr lang="en-IN" sz="1200" b="1" dirty="0">
                  <a:latin typeface="Agency FB" panose="020B0503020202020204" pitchFamily="34" charset="0"/>
                </a:endParaRPr>
              </a:p>
              <a:p>
                <a:r>
                  <a:rPr lang="en-IN" sz="1200" b="1" dirty="0">
                    <a:latin typeface="Agency FB" panose="020B0503020202020204" pitchFamily="34" charset="0"/>
                  </a:rPr>
                  <a:t>Each hyperspectral image contains:</a:t>
                </a: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𝟔𝟎</m:t>
                          </m:r>
                          <m:r>
                            <m:rPr>
                              <m:nor/>
                            </m:rPr>
                            <a:rPr lang="en-IN" sz="1200" b="1" i="0">
                              <a:latin typeface="Agency FB" panose="020B0503020202020204" pitchFamily="34" charset="0"/>
                            </a:rPr>
                            <m:t> spectral bands</m:t>
                          </m:r>
                        </m:e>
                      </m:borderBox>
                    </m:oMath>
                  </m:oMathPara>
                </a14:m>
                <a:endParaRPr lang="en-IN" sz="1200" b="1" dirty="0">
                  <a:latin typeface="Agency FB" panose="020B0503020202020204" pitchFamily="34" charset="0"/>
                </a:endParaRPr>
              </a:p>
              <a:p>
                <a:r>
                  <a:rPr lang="en-IN" sz="1200" b="1" dirty="0">
                    <a:latin typeface="Agency FB" panose="020B0503020202020204" pitchFamily="34" charset="0"/>
                  </a:rPr>
                  <a:t>and has a spatial resolution of:</a:t>
                </a:r>
              </a:p>
              <a:p>
                <a:pPr/>
                <a14:m>
                  <m:oMathPara xmlns:m="http://schemas.openxmlformats.org/officeDocument/2006/math">
                    <m:oMath>
                      <m:borderBox>
                        <m:borderBoxPr>
                          <m:ctrlPr>
                            <a:rPr lang="en-IN" sz="1200" b="1" i="1" smtClean="0">
                              <a:latin typeface="Cambria Math" panose="02040503050406030204" pitchFamily="18" charset="0"/>
                            </a:rPr>
                          </m:ctrlPr>
                        </m:borderBoxPr>
                        <m:e>
                          <m:r>
                            <a:rPr lang="en-IN" sz="1200" b="1" i="1" smtClean="0">
                              <a:latin typeface="Cambria Math" panose="02040503050406030204" pitchFamily="18" charset="0"/>
                            </a:rPr>
                            <m:t>𝟏𝟐𝟖𝟎</m:t>
                          </m:r>
                          <m:r>
                            <a:rPr lang="en-IN" sz="1200" b="1">
                              <a:latin typeface="Cambria Math" panose="02040503050406030204" pitchFamily="18" charset="0"/>
                            </a:rPr>
                            <m:t>×</m:t>
                          </m:r>
                          <m:r>
                            <a:rPr lang="en-IN" sz="1200" b="1" i="1">
                              <a:latin typeface="Cambria Math" panose="02040503050406030204" pitchFamily="18" charset="0"/>
                            </a:rPr>
                            <m:t>𝟏𝟎𝟐𝟒</m:t>
                          </m:r>
                        </m:e>
                      </m:borderBox>
                    </m:oMath>
                  </m:oMathPara>
                </a14:m>
                <a:endParaRPr lang="en-IN" sz="1200" b="1" dirty="0">
                  <a:latin typeface="Agency FB" panose="020B0503020202020204" pitchFamily="34" charset="0"/>
                </a:endParaRPr>
              </a:p>
              <a:p>
                <a:r>
                  <a:rPr lang="en-IN" sz="1200" b="1" dirty="0">
                    <a:latin typeface="Agency FB" panose="020B0503020202020204" pitchFamily="34" charset="0"/>
                  </a:rPr>
                  <a:t>Among the 880 scenes:</a:t>
                </a:r>
              </a:p>
              <a:p>
                <a:pPr lvl="0"/>
                <a:r>
                  <a:rPr lang="en-IN" sz="1200" b="1" dirty="0">
                    <a:latin typeface="Agency FB" panose="020B0503020202020204" pitchFamily="34" charset="0"/>
                  </a:rPr>
                  <a:t>689 scenes contain part of cancer areas. </a:t>
                </a:r>
              </a:p>
              <a:p>
                <a:pPr lvl="0"/>
                <a:r>
                  <a:rPr lang="en-IN" sz="1200" b="1" dirty="0">
                    <a:latin typeface="Agency FB" panose="020B0503020202020204" pitchFamily="34" charset="0"/>
                  </a:rPr>
                  <a:t>49 scenes are completely occupied by cancer areas. </a:t>
                </a:r>
              </a:p>
              <a:p>
                <a:pPr lvl="0"/>
                <a:r>
                  <a:rPr lang="en-IN" sz="1200" b="1" dirty="0">
                    <a:latin typeface="Agency FB" panose="020B0503020202020204" pitchFamily="34" charset="0"/>
                  </a:rPr>
                  <a:t>142 scenes contain no cancer areas.</a:t>
                </a:r>
              </a:p>
            </p:txBody>
          </p:sp>
        </mc:Choice>
        <mc:Fallback xmlns="">
          <p:sp>
            <p:nvSpPr>
              <p:cNvPr id="9" name="Rectangle 8">
                <a:extLst>
                  <a:ext uri="{FF2B5EF4-FFF2-40B4-BE49-F238E27FC236}">
                    <a16:creationId xmlns:a16="http://schemas.microsoft.com/office/drawing/2014/main" id="{D492A43A-0DAF-A594-D70A-CAEBE128F9E5}"/>
                  </a:ext>
                </a:extLst>
              </p:cNvPr>
              <p:cNvSpPr>
                <a:spLocks noRot="1" noChangeAspect="1" noMove="1" noResize="1" noEditPoints="1" noAdjustHandles="1" noChangeArrowheads="1" noChangeShapeType="1" noTextEdit="1"/>
              </p:cNvSpPr>
              <p:nvPr/>
            </p:nvSpPr>
            <p:spPr>
              <a:xfrm>
                <a:off x="6526041" y="2918852"/>
                <a:ext cx="4852716" cy="3421156"/>
              </a:xfrm>
              <a:prstGeom prst="rect">
                <a:avLst/>
              </a:prstGeom>
              <a:blipFill>
                <a:blip r:embed="rId3"/>
                <a:stretch>
                  <a:fillRect/>
                </a:stretch>
              </a:blipFill>
              <a:ln>
                <a:solidFill>
                  <a:schemeClr val="bg1"/>
                </a:solidFill>
              </a:ln>
            </p:spPr>
            <p:txBody>
              <a:bodyPr/>
              <a:lstStyle/>
              <a:p>
                <a:r>
                  <a:rPr lang="en-IN">
                    <a:noFill/>
                  </a:rPr>
                  <a:t> </a:t>
                </a:r>
              </a:p>
            </p:txBody>
          </p:sp>
        </mc:Fallback>
      </mc:AlternateContent>
      <p:grpSp>
        <p:nvGrpSpPr>
          <p:cNvPr id="10" name="Group 9">
            <a:extLst>
              <a:ext uri="{FF2B5EF4-FFF2-40B4-BE49-F238E27FC236}">
                <a16:creationId xmlns:a16="http://schemas.microsoft.com/office/drawing/2014/main" id="{62701322-D6F8-1336-2A3A-5CD7FE277C19}"/>
              </a:ext>
            </a:extLst>
          </p:cNvPr>
          <p:cNvGrpSpPr/>
          <p:nvPr/>
        </p:nvGrpSpPr>
        <p:grpSpPr>
          <a:xfrm>
            <a:off x="1033080" y="2480812"/>
            <a:ext cx="4142910" cy="574871"/>
            <a:chOff x="5191432" y="4087647"/>
            <a:chExt cx="1779639" cy="533513"/>
          </a:xfrm>
        </p:grpSpPr>
        <p:sp>
          <p:nvSpPr>
            <p:cNvPr id="11" name="TextBox 10">
              <a:extLst>
                <a:ext uri="{FF2B5EF4-FFF2-40B4-BE49-F238E27FC236}">
                  <a16:creationId xmlns:a16="http://schemas.microsoft.com/office/drawing/2014/main" id="{B5470A8F-8FE2-FE1B-F403-2A105E6B601E}"/>
                </a:ext>
              </a:extLst>
            </p:cNvPr>
            <p:cNvSpPr txBox="1"/>
            <p:nvPr/>
          </p:nvSpPr>
          <p:spPr>
            <a:xfrm>
              <a:off x="5212463" y="4148472"/>
              <a:ext cx="1739956" cy="371325"/>
            </a:xfrm>
            <a:prstGeom prst="rect">
              <a:avLst/>
            </a:prstGeom>
            <a:solidFill>
              <a:schemeClr val="tx2">
                <a:lumMod val="90000"/>
                <a:lumOff val="10000"/>
              </a:schemeClr>
            </a:solidFill>
          </p:spPr>
          <p:txBody>
            <a:bodyPr wrap="square" rtlCol="0">
              <a:spAutoFit/>
            </a:bodyPr>
            <a:lstStyle/>
            <a:p>
              <a:pPr algn="ctr"/>
              <a:r>
                <a:rPr lang="en-IN" sz="2000" b="1" dirty="0">
                  <a:solidFill>
                    <a:schemeClr val="accent4">
                      <a:lumMod val="20000"/>
                      <a:lumOff val="80000"/>
                    </a:schemeClr>
                  </a:solidFill>
                  <a:effectLst>
                    <a:outerShdw blurRad="38100" dist="38100" dir="2700000" algn="tl">
                      <a:srgbClr val="000000">
                        <a:alpha val="43137"/>
                      </a:srgbClr>
                    </a:outerShdw>
                  </a:effectLst>
                  <a:latin typeface="Agency FB" panose="020B0503020202020204" pitchFamily="34" charset="0"/>
                </a:rPr>
                <a:t>In Vivo Hyperspectral Human Brain Dataset</a:t>
              </a:r>
            </a:p>
          </p:txBody>
        </p:sp>
        <p:sp>
          <p:nvSpPr>
            <p:cNvPr id="12" name="Frame 11">
              <a:extLst>
                <a:ext uri="{FF2B5EF4-FFF2-40B4-BE49-F238E27FC236}">
                  <a16:creationId xmlns:a16="http://schemas.microsoft.com/office/drawing/2014/main" id="{6E6E35B5-3663-04A9-01EC-2AB6A4A4F7D6}"/>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16" name="Group 15">
            <a:extLst>
              <a:ext uri="{FF2B5EF4-FFF2-40B4-BE49-F238E27FC236}">
                <a16:creationId xmlns:a16="http://schemas.microsoft.com/office/drawing/2014/main" id="{E042346F-A6E7-5AC5-128B-CA7887B22F9C}"/>
              </a:ext>
            </a:extLst>
          </p:cNvPr>
          <p:cNvGrpSpPr/>
          <p:nvPr/>
        </p:nvGrpSpPr>
        <p:grpSpPr>
          <a:xfrm>
            <a:off x="7011783" y="2480812"/>
            <a:ext cx="3806298" cy="574871"/>
            <a:chOff x="5191431" y="4087647"/>
            <a:chExt cx="1779640" cy="533513"/>
          </a:xfrm>
        </p:grpSpPr>
        <p:sp>
          <p:nvSpPr>
            <p:cNvPr id="17" name="TextBox 16">
              <a:extLst>
                <a:ext uri="{FF2B5EF4-FFF2-40B4-BE49-F238E27FC236}">
                  <a16:creationId xmlns:a16="http://schemas.microsoft.com/office/drawing/2014/main" id="{0CF14E0F-C941-60C7-013C-A95E51D62E6B}"/>
                </a:ext>
              </a:extLst>
            </p:cNvPr>
            <p:cNvSpPr txBox="1"/>
            <p:nvPr/>
          </p:nvSpPr>
          <p:spPr>
            <a:xfrm>
              <a:off x="5191431" y="4148472"/>
              <a:ext cx="1779640" cy="371325"/>
            </a:xfrm>
            <a:prstGeom prst="rect">
              <a:avLst/>
            </a:prstGeom>
            <a:solidFill>
              <a:schemeClr val="tx2">
                <a:lumMod val="90000"/>
                <a:lumOff val="10000"/>
              </a:schemeClr>
            </a:solidFill>
          </p:spPr>
          <p:txBody>
            <a:bodyPr wrap="square" rtlCol="0">
              <a:spAutoFit/>
            </a:bodyPr>
            <a:lstStyle/>
            <a:p>
              <a:pPr algn="ctr"/>
              <a:r>
                <a:rPr lang="en-IN" sz="2000" b="1" dirty="0">
                  <a:solidFill>
                    <a:schemeClr val="accent4">
                      <a:lumMod val="20000"/>
                      <a:lumOff val="80000"/>
                    </a:schemeClr>
                  </a:solidFill>
                  <a:effectLst>
                    <a:outerShdw blurRad="38100" dist="38100" dir="2700000" algn="tl">
                      <a:srgbClr val="000000">
                        <a:alpha val="43137"/>
                      </a:srgbClr>
                    </a:outerShdw>
                  </a:effectLst>
                  <a:latin typeface="Agency FB" panose="020B0503020202020204" pitchFamily="34" charset="0"/>
                </a:rPr>
                <a:t>Multidimensional </a:t>
              </a:r>
              <a:r>
                <a:rPr lang="en-IN" sz="2000" b="1" dirty="0" err="1">
                  <a:solidFill>
                    <a:schemeClr val="accent4">
                      <a:lumMod val="20000"/>
                      <a:lumOff val="80000"/>
                    </a:schemeClr>
                  </a:solidFill>
                  <a:effectLst>
                    <a:outerShdw blurRad="38100" dist="38100" dir="2700000" algn="tl">
                      <a:srgbClr val="000000">
                        <a:alpha val="43137"/>
                      </a:srgbClr>
                    </a:outerShdw>
                  </a:effectLst>
                  <a:latin typeface="Agency FB" panose="020B0503020202020204" pitchFamily="34" charset="0"/>
                </a:rPr>
                <a:t>Choledoch</a:t>
              </a:r>
              <a:r>
                <a:rPr lang="en-IN" sz="2000" b="1" dirty="0">
                  <a:solidFill>
                    <a:schemeClr val="accent4">
                      <a:lumMod val="20000"/>
                      <a:lumOff val="80000"/>
                    </a:schemeClr>
                  </a:solidFill>
                  <a:effectLst>
                    <a:outerShdw blurRad="38100" dist="38100" dir="2700000" algn="tl">
                      <a:srgbClr val="000000">
                        <a:alpha val="43137"/>
                      </a:srgbClr>
                    </a:outerShdw>
                  </a:effectLst>
                  <a:latin typeface="Agency FB" panose="020B0503020202020204" pitchFamily="34" charset="0"/>
                </a:rPr>
                <a:t> (MC) Dataset</a:t>
              </a:r>
            </a:p>
          </p:txBody>
        </p:sp>
        <p:sp>
          <p:nvSpPr>
            <p:cNvPr id="18" name="Frame 17">
              <a:extLst>
                <a:ext uri="{FF2B5EF4-FFF2-40B4-BE49-F238E27FC236}">
                  <a16:creationId xmlns:a16="http://schemas.microsoft.com/office/drawing/2014/main" id="{A0E9BC8B-AAEA-65DB-1D42-403D62F1F248}"/>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20" name="TextBox 19">
            <a:extLst>
              <a:ext uri="{FF2B5EF4-FFF2-40B4-BE49-F238E27FC236}">
                <a16:creationId xmlns:a16="http://schemas.microsoft.com/office/drawing/2014/main" id="{6AE3EF28-A634-C22B-5B78-D61BB7470984}"/>
              </a:ext>
            </a:extLst>
          </p:cNvPr>
          <p:cNvSpPr txBox="1"/>
          <p:nvPr/>
        </p:nvSpPr>
        <p:spPr>
          <a:xfrm>
            <a:off x="54336" y="1536590"/>
            <a:ext cx="11956026" cy="646331"/>
          </a:xfrm>
          <a:prstGeom prst="rect">
            <a:avLst/>
          </a:prstGeom>
          <a:noFill/>
        </p:spPr>
        <p:txBody>
          <a:bodyPr wrap="square" rtlCol="0">
            <a:spAutoFit/>
          </a:bodyPr>
          <a:lstStyle/>
          <a:p>
            <a:pPr algn="ctr"/>
            <a:r>
              <a:rPr lang="en-IN" b="1" dirty="0">
                <a:solidFill>
                  <a:schemeClr val="bg1"/>
                </a:solidFill>
                <a:latin typeface="Agency FB" panose="020B0503020202020204" pitchFamily="34" charset="0"/>
              </a:rPr>
              <a:t>The proposed DMCA is evaluated on both brain </a:t>
            </a:r>
            <a:r>
              <a:rPr lang="en-IN" b="1" dirty="0" err="1">
                <a:solidFill>
                  <a:schemeClr val="bg1"/>
                </a:solidFill>
                <a:latin typeface="Agency FB" panose="020B0503020202020204" pitchFamily="34" charset="0"/>
              </a:rPr>
              <a:t>tumor</a:t>
            </a:r>
            <a:r>
              <a:rPr lang="en-IN" b="1" dirty="0">
                <a:solidFill>
                  <a:schemeClr val="bg1"/>
                </a:solidFill>
                <a:latin typeface="Agency FB" panose="020B0503020202020204" pitchFamily="34" charset="0"/>
              </a:rPr>
              <a:t> hyperspectral images and cholangiocarcinoma-related </a:t>
            </a:r>
            <a:r>
              <a:rPr lang="en-IN" b="1" dirty="0" err="1">
                <a:solidFill>
                  <a:schemeClr val="bg1"/>
                </a:solidFill>
                <a:latin typeface="Agency FB" panose="020B0503020202020204" pitchFamily="34" charset="0"/>
              </a:rPr>
              <a:t>choledoch</a:t>
            </a:r>
            <a:r>
              <a:rPr lang="en-IN" b="1" dirty="0">
                <a:solidFill>
                  <a:schemeClr val="bg1"/>
                </a:solidFill>
                <a:latin typeface="Agency FB" panose="020B0503020202020204" pitchFamily="34" charset="0"/>
              </a:rPr>
              <a:t> hyperspectral images to establish its universal applications.</a:t>
            </a:r>
          </a:p>
        </p:txBody>
      </p:sp>
    </p:spTree>
    <p:extLst>
      <p:ext uri="{BB962C8B-B14F-4D97-AF65-F5344CB8AC3E}">
        <p14:creationId xmlns:p14="http://schemas.microsoft.com/office/powerpoint/2010/main" val="1947013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2A0EDA2-7566-FEB8-08F5-15747D495213}"/>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E145B853-F870-0ADB-7B18-CE37BC2C3BE7}"/>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FF951469-9026-EE72-6056-3DDAF523B6F1}"/>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351F0C50-ADC4-AD63-F1DE-5C0CA5D8B038}"/>
              </a:ext>
            </a:extLst>
          </p:cNvPr>
          <p:cNvGrpSpPr/>
          <p:nvPr/>
        </p:nvGrpSpPr>
        <p:grpSpPr>
          <a:xfrm>
            <a:off x="1583511" y="442809"/>
            <a:ext cx="8897676" cy="793128"/>
            <a:chOff x="4881714" y="4087647"/>
            <a:chExt cx="2428568" cy="533513"/>
          </a:xfrm>
        </p:grpSpPr>
        <p:sp>
          <p:nvSpPr>
            <p:cNvPr id="6" name="TextBox 5">
              <a:extLst>
                <a:ext uri="{FF2B5EF4-FFF2-40B4-BE49-F238E27FC236}">
                  <a16:creationId xmlns:a16="http://schemas.microsoft.com/office/drawing/2014/main" id="{82D2DE60-50AB-17D2-AE33-BE9333FE0C09}"/>
                </a:ext>
              </a:extLst>
            </p:cNvPr>
            <p:cNvSpPr txBox="1"/>
            <p:nvPr/>
          </p:nvSpPr>
          <p:spPr>
            <a:xfrm>
              <a:off x="4881714" y="4148472"/>
              <a:ext cx="2428568" cy="434767"/>
            </a:xfrm>
            <a:prstGeom prst="rect">
              <a:avLst/>
            </a:prstGeom>
            <a:noFill/>
          </p:spPr>
          <p:txBody>
            <a:bodyPr wrap="square" rtlCol="0">
              <a:spAutoFit/>
            </a:bodyPr>
            <a:lstStyle/>
            <a:p>
              <a:pPr algn="ctr"/>
              <a:r>
                <a:rPr lang="en-IN" sz="3600" b="1" dirty="0">
                  <a:solidFill>
                    <a:schemeClr val="bg1"/>
                  </a:solidFill>
                  <a:latin typeface="Agency FB" panose="020B0503020202020204" pitchFamily="34" charset="0"/>
                </a:rPr>
                <a:t>Two Stage Training</a:t>
              </a:r>
            </a:p>
          </p:txBody>
        </p:sp>
        <p:sp>
          <p:nvSpPr>
            <p:cNvPr id="7" name="Frame 6">
              <a:extLst>
                <a:ext uri="{FF2B5EF4-FFF2-40B4-BE49-F238E27FC236}">
                  <a16:creationId xmlns:a16="http://schemas.microsoft.com/office/drawing/2014/main" id="{904E0631-9DF9-E79F-F34D-CE31A8C8684C}"/>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mc:AlternateContent xmlns:mc="http://schemas.openxmlformats.org/markup-compatibility/2006">
        <mc:Choice xmlns:a14="http://schemas.microsoft.com/office/drawing/2010/main" Requires="a14">
          <p:graphicFrame>
            <p:nvGraphicFramePr>
              <p:cNvPr id="8" name="Diagram 7">
                <a:extLst>
                  <a:ext uri="{FF2B5EF4-FFF2-40B4-BE49-F238E27FC236}">
                    <a16:creationId xmlns:a16="http://schemas.microsoft.com/office/drawing/2014/main" id="{51CF39E1-29BB-0BC6-21C7-7220A409E989}"/>
                  </a:ext>
                </a:extLst>
              </p:cNvPr>
              <p:cNvGraphicFramePr/>
              <p:nvPr>
                <p:extLst>
                  <p:ext uri="{D42A27DB-BD31-4B8C-83A1-F6EECF244321}">
                    <p14:modId xmlns:p14="http://schemas.microsoft.com/office/powerpoint/2010/main" val="3087950851"/>
                  </p:ext>
                </p:extLst>
              </p:nvPr>
            </p:nvGraphicFramePr>
            <p:xfrm>
              <a:off x="1583511" y="2605548"/>
              <a:ext cx="9233800" cy="3887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p:graphicFrame>
            <p:nvGraphicFramePr>
              <p:cNvPr id="8" name="Diagram 7">
                <a:extLst>
                  <a:ext uri="{FF2B5EF4-FFF2-40B4-BE49-F238E27FC236}">
                    <a16:creationId xmlns:a16="http://schemas.microsoft.com/office/drawing/2014/main" id="{51CF39E1-29BB-0BC6-21C7-7220A409E989}"/>
                  </a:ext>
                </a:extLst>
              </p:cNvPr>
              <p:cNvGraphicFramePr/>
              <p:nvPr>
                <p:extLst>
                  <p:ext uri="{D42A27DB-BD31-4B8C-83A1-F6EECF244321}">
                    <p14:modId xmlns:p14="http://schemas.microsoft.com/office/powerpoint/2010/main" val="3087950851"/>
                  </p:ext>
                </p:extLst>
              </p:nvPr>
            </p:nvGraphicFramePr>
            <p:xfrm>
              <a:off x="1583511" y="2605548"/>
              <a:ext cx="9233800" cy="3887675"/>
            </p:xfrm>
            <a:graphic>
              <a:graphicData uri="http://schemas.openxmlformats.org/drawingml/2006/diagram">
                <dgm:relIds xmlns:dgm="http://schemas.openxmlformats.org/drawingml/2006/diagram" xmlns:r="http://schemas.openxmlformats.org/officeDocument/2006/relationships" r:dm="rId7" r:lo="rId3" r:qs="rId4" r:cs="rId5"/>
              </a:graphicData>
            </a:graphic>
          </p:graphicFrame>
        </mc:Fallback>
      </mc:AlternateContent>
      <p:sp>
        <p:nvSpPr>
          <p:cNvPr id="10" name="TextBox 9">
            <a:extLst>
              <a:ext uri="{FF2B5EF4-FFF2-40B4-BE49-F238E27FC236}">
                <a16:creationId xmlns:a16="http://schemas.microsoft.com/office/drawing/2014/main" id="{182AA155-D759-FA85-5B90-EB81D36ADAB5}"/>
              </a:ext>
            </a:extLst>
          </p:cNvPr>
          <p:cNvSpPr txBox="1"/>
          <p:nvPr/>
        </p:nvSpPr>
        <p:spPr>
          <a:xfrm>
            <a:off x="928165" y="1502541"/>
            <a:ext cx="11348720" cy="892552"/>
          </a:xfrm>
          <a:prstGeom prst="rect">
            <a:avLst/>
          </a:prstGeom>
          <a:noFill/>
        </p:spPr>
        <p:txBody>
          <a:bodyPr wrap="square" rtlCol="0">
            <a:spAutoFit/>
          </a:bodyPr>
          <a:lstStyle/>
          <a:p>
            <a:r>
              <a:rPr lang="en-IN" sz="2400" b="1" dirty="0">
                <a:solidFill>
                  <a:schemeClr val="bg1"/>
                </a:solidFill>
                <a:latin typeface="Agency FB" panose="020B0503020202020204" pitchFamily="34" charset="0"/>
              </a:rPr>
              <a:t>To test the robustness of the AI, the authors used a uniquely strict train-test split of </a:t>
            </a:r>
            <a:r>
              <a:rPr lang="en-IN" sz="2800" b="1" dirty="0">
                <a:solidFill>
                  <a:schemeClr val="bg1"/>
                </a:solidFill>
                <a:latin typeface="Agency FB" panose="020B0503020202020204" pitchFamily="34" charset="0"/>
              </a:rPr>
              <a:t>0.01-99.99</a:t>
            </a:r>
            <a:r>
              <a:rPr lang="en-IN" sz="2400" b="1" dirty="0">
                <a:solidFill>
                  <a:schemeClr val="bg1"/>
                </a:solidFill>
                <a:latin typeface="Agency FB" panose="020B0503020202020204" pitchFamily="34" charset="0"/>
              </a:rPr>
              <a:t>. This</a:t>
            </a:r>
          </a:p>
          <a:p>
            <a:r>
              <a:rPr lang="en-IN" sz="2400" b="1" dirty="0">
                <a:solidFill>
                  <a:schemeClr val="bg1"/>
                </a:solidFill>
                <a:latin typeface="Agency FB" panose="020B0503020202020204" pitchFamily="34" charset="0"/>
              </a:rPr>
              <a:t>simulates a realistic surgical scenario where surgeons have almost no prior labelled data to work with</a:t>
            </a:r>
          </a:p>
        </p:txBody>
      </p:sp>
      <p:sp>
        <p:nvSpPr>
          <p:cNvPr id="12" name="Rectangle 11">
            <a:extLst>
              <a:ext uri="{FF2B5EF4-FFF2-40B4-BE49-F238E27FC236}">
                <a16:creationId xmlns:a16="http://schemas.microsoft.com/office/drawing/2014/main" id="{41DA7F5D-F173-B762-874F-A2C48B3136DA}"/>
              </a:ext>
            </a:extLst>
          </p:cNvPr>
          <p:cNvSpPr/>
          <p:nvPr/>
        </p:nvSpPr>
        <p:spPr>
          <a:xfrm>
            <a:off x="775601" y="1404959"/>
            <a:ext cx="108483" cy="10261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7690208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2D43914-8048-B9BE-962D-7811182DA525}"/>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5C7A95D6-52EB-3C4D-9F46-DAA443C9A7F3}"/>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D0FE08B1-1217-91E4-0C40-987FA5810186}"/>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6FAE2AD5-B2C4-2BA3-2388-58676F904969}"/>
              </a:ext>
            </a:extLst>
          </p:cNvPr>
          <p:cNvGrpSpPr/>
          <p:nvPr/>
        </p:nvGrpSpPr>
        <p:grpSpPr>
          <a:xfrm>
            <a:off x="1583511" y="442809"/>
            <a:ext cx="8897676" cy="793128"/>
            <a:chOff x="4881714" y="4087647"/>
            <a:chExt cx="2428568" cy="533513"/>
          </a:xfrm>
        </p:grpSpPr>
        <p:sp>
          <p:nvSpPr>
            <p:cNvPr id="6" name="TextBox 5">
              <a:extLst>
                <a:ext uri="{FF2B5EF4-FFF2-40B4-BE49-F238E27FC236}">
                  <a16:creationId xmlns:a16="http://schemas.microsoft.com/office/drawing/2014/main" id="{56BBFEF7-657A-E85A-8C5E-8A33A8C715F5}"/>
                </a:ext>
              </a:extLst>
            </p:cNvPr>
            <p:cNvSpPr txBox="1"/>
            <p:nvPr/>
          </p:nvSpPr>
          <p:spPr>
            <a:xfrm>
              <a:off x="4881714" y="4148472"/>
              <a:ext cx="2428568" cy="434767"/>
            </a:xfrm>
            <a:prstGeom prst="rect">
              <a:avLst/>
            </a:prstGeom>
            <a:noFill/>
          </p:spPr>
          <p:txBody>
            <a:bodyPr wrap="square" rtlCol="0">
              <a:spAutoFit/>
            </a:bodyPr>
            <a:lstStyle/>
            <a:p>
              <a:pPr algn="ctr"/>
              <a:r>
                <a:rPr lang="en-IN" sz="3600" b="1" dirty="0">
                  <a:solidFill>
                    <a:schemeClr val="bg1"/>
                  </a:solidFill>
                  <a:latin typeface="Agency FB" panose="020B0503020202020204" pitchFamily="34" charset="0"/>
                </a:rPr>
                <a:t>Evaluation Metrics</a:t>
              </a:r>
            </a:p>
          </p:txBody>
        </p:sp>
        <p:sp>
          <p:nvSpPr>
            <p:cNvPr id="7" name="Frame 6">
              <a:extLst>
                <a:ext uri="{FF2B5EF4-FFF2-40B4-BE49-F238E27FC236}">
                  <a16:creationId xmlns:a16="http://schemas.microsoft.com/office/drawing/2014/main" id="{53BE4A5B-700B-7E4A-6B0E-94DB33F64BA5}"/>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mc:AlternateContent xmlns:mc="http://schemas.openxmlformats.org/markup-compatibility/2006" xmlns:a14="http://schemas.microsoft.com/office/drawing/2010/main">
        <mc:Choice Requires="a14">
          <p:graphicFrame>
            <p:nvGraphicFramePr>
              <p:cNvPr id="8" name="Diagram 7">
                <a:extLst>
                  <a:ext uri="{FF2B5EF4-FFF2-40B4-BE49-F238E27FC236}">
                    <a16:creationId xmlns:a16="http://schemas.microsoft.com/office/drawing/2014/main" id="{F73B0776-9A6E-F495-4D8B-4770A07F74B8}"/>
                  </a:ext>
                </a:extLst>
              </p:cNvPr>
              <p:cNvGraphicFramePr/>
              <p:nvPr>
                <p:extLst>
                  <p:ext uri="{D42A27DB-BD31-4B8C-83A1-F6EECF244321}">
                    <p14:modId xmlns:p14="http://schemas.microsoft.com/office/powerpoint/2010/main" val="3549874662"/>
                  </p:ext>
                </p:extLst>
              </p:nvPr>
            </p:nvGraphicFramePr>
            <p:xfrm>
              <a:off x="792480" y="1592964"/>
              <a:ext cx="10607040" cy="47881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8" name="Diagram 7">
                <a:extLst>
                  <a:ext uri="{FF2B5EF4-FFF2-40B4-BE49-F238E27FC236}">
                    <a16:creationId xmlns:a16="http://schemas.microsoft.com/office/drawing/2014/main" id="{F73B0776-9A6E-F495-4D8B-4770A07F74B8}"/>
                  </a:ext>
                </a:extLst>
              </p:cNvPr>
              <p:cNvGraphicFramePr/>
              <p:nvPr>
                <p:extLst>
                  <p:ext uri="{D42A27DB-BD31-4B8C-83A1-F6EECF244321}">
                    <p14:modId xmlns:p14="http://schemas.microsoft.com/office/powerpoint/2010/main" val="3549874662"/>
                  </p:ext>
                </p:extLst>
              </p:nvPr>
            </p:nvGraphicFramePr>
            <p:xfrm>
              <a:off x="792480" y="1592964"/>
              <a:ext cx="10607040" cy="4788178"/>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8927356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38B94AC-C6F6-6515-672C-89E229430E14}"/>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5160BF3C-6214-5907-079F-2D3B16A9181E}"/>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66FDADE8-2C44-721B-F8FD-41B326AFE039}"/>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CB05029D-2737-8543-8197-321930348FF9}"/>
              </a:ext>
            </a:extLst>
          </p:cNvPr>
          <p:cNvGrpSpPr/>
          <p:nvPr/>
        </p:nvGrpSpPr>
        <p:grpSpPr>
          <a:xfrm>
            <a:off x="1238795" y="442809"/>
            <a:ext cx="9714409" cy="793128"/>
            <a:chOff x="4881714" y="4087647"/>
            <a:chExt cx="2428568" cy="533513"/>
          </a:xfrm>
        </p:grpSpPr>
        <p:sp>
          <p:nvSpPr>
            <p:cNvPr id="6" name="TextBox 5">
              <a:extLst>
                <a:ext uri="{FF2B5EF4-FFF2-40B4-BE49-F238E27FC236}">
                  <a16:creationId xmlns:a16="http://schemas.microsoft.com/office/drawing/2014/main" id="{749B1C66-EF25-10A4-D08D-9F9F83D120D0}"/>
                </a:ext>
              </a:extLst>
            </p:cNvPr>
            <p:cNvSpPr txBox="1"/>
            <p:nvPr/>
          </p:nvSpPr>
          <p:spPr>
            <a:xfrm>
              <a:off x="4881714" y="4148472"/>
              <a:ext cx="2428568" cy="434767"/>
            </a:xfrm>
            <a:prstGeom prst="rect">
              <a:avLst/>
            </a:prstGeom>
            <a:noFill/>
          </p:spPr>
          <p:txBody>
            <a:bodyPr wrap="square" rtlCol="0">
              <a:spAutoFit/>
            </a:bodyPr>
            <a:lstStyle/>
            <a:p>
              <a:pPr algn="ctr"/>
              <a:r>
                <a:rPr lang="en-IN" sz="3600" b="1" dirty="0">
                  <a:solidFill>
                    <a:schemeClr val="bg1"/>
                  </a:solidFill>
                  <a:latin typeface="Agency FB" panose="020B0503020202020204" pitchFamily="34" charset="0"/>
                </a:rPr>
                <a:t>Experimental Findings and Ablation Study</a:t>
              </a:r>
            </a:p>
          </p:txBody>
        </p:sp>
        <p:sp>
          <p:nvSpPr>
            <p:cNvPr id="7" name="Frame 6">
              <a:extLst>
                <a:ext uri="{FF2B5EF4-FFF2-40B4-BE49-F238E27FC236}">
                  <a16:creationId xmlns:a16="http://schemas.microsoft.com/office/drawing/2014/main" id="{3DA7D105-D1C8-6566-2C3B-166016BC0DD6}"/>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8" name="TextBox 7">
            <a:extLst>
              <a:ext uri="{FF2B5EF4-FFF2-40B4-BE49-F238E27FC236}">
                <a16:creationId xmlns:a16="http://schemas.microsoft.com/office/drawing/2014/main" id="{5D4ACC9B-A32B-D7CB-36BD-E037219F3C2C}"/>
              </a:ext>
            </a:extLst>
          </p:cNvPr>
          <p:cNvSpPr txBox="1"/>
          <p:nvPr/>
        </p:nvSpPr>
        <p:spPr>
          <a:xfrm>
            <a:off x="497840" y="1483360"/>
            <a:ext cx="11348720" cy="4431983"/>
          </a:xfrm>
          <a:prstGeom prst="rect">
            <a:avLst/>
          </a:prstGeom>
          <a:noFill/>
        </p:spPr>
        <p:txBody>
          <a:bodyPr wrap="square" rtlCol="0">
            <a:spAutoFit/>
          </a:bodyPr>
          <a:lstStyle/>
          <a:p>
            <a:r>
              <a:rPr lang="en-IN" sz="2000" dirty="0">
                <a:solidFill>
                  <a:schemeClr val="bg1"/>
                </a:solidFill>
                <a:latin typeface="Agency FB" panose="020B0503020202020204" pitchFamily="34" charset="0"/>
              </a:rPr>
              <a:t>According to the paper, DMCA consistently achieved better OA, AA, and Kappa values than the compared methods on the representative brain hyperspectral images.</a:t>
            </a:r>
          </a:p>
          <a:p>
            <a:endParaRPr lang="en-IN" sz="2000" dirty="0">
              <a:solidFill>
                <a:schemeClr val="bg1"/>
              </a:solidFill>
              <a:latin typeface="Agency FB" panose="020B0503020202020204" pitchFamily="34" charset="0"/>
            </a:endParaRPr>
          </a:p>
          <a:p>
            <a:r>
              <a:rPr lang="en-IN" sz="2000" dirty="0">
                <a:solidFill>
                  <a:schemeClr val="bg1"/>
                </a:solidFill>
                <a:latin typeface="Agency FB" panose="020B0503020202020204" pitchFamily="34" charset="0"/>
              </a:rPr>
              <a:t>The classification maps produced by DMCA were also visually closer to the ground-truth labels than those produced by the competing methods. </a:t>
            </a:r>
          </a:p>
          <a:p>
            <a:r>
              <a:rPr lang="en-IN" sz="2000" dirty="0">
                <a:solidFill>
                  <a:schemeClr val="bg1"/>
                </a:solidFill>
                <a:latin typeface="Agency FB" panose="020B0503020202020204" pitchFamily="34" charset="0"/>
              </a:rPr>
              <a:t>An especially important result is </a:t>
            </a:r>
            <a:r>
              <a:rPr lang="en-IN" sz="2000" dirty="0" err="1">
                <a:solidFill>
                  <a:schemeClr val="bg1"/>
                </a:solidFill>
                <a:latin typeface="Agency FB" panose="020B0503020202020204" pitchFamily="34" charset="0"/>
              </a:rPr>
              <a:t>tumor</a:t>
            </a:r>
            <a:r>
              <a:rPr lang="en-IN" sz="2000" dirty="0">
                <a:solidFill>
                  <a:schemeClr val="bg1"/>
                </a:solidFill>
                <a:latin typeface="Agency FB" panose="020B0503020202020204" pitchFamily="34" charset="0"/>
              </a:rPr>
              <a:t> identification:</a:t>
            </a:r>
          </a:p>
          <a:p>
            <a:pPr lvl="0"/>
            <a:r>
              <a:rPr lang="en-IN" sz="2000" b="1" dirty="0">
                <a:solidFill>
                  <a:schemeClr val="bg1"/>
                </a:solidFill>
                <a:latin typeface="Agency FB" panose="020B0503020202020204" pitchFamily="34" charset="0"/>
              </a:rPr>
              <a:t>99.97% </a:t>
            </a:r>
            <a:r>
              <a:rPr lang="en-IN" sz="2000" b="1" dirty="0" err="1">
                <a:solidFill>
                  <a:schemeClr val="bg1"/>
                </a:solidFill>
                <a:latin typeface="Agency FB" panose="020B0503020202020204" pitchFamily="34" charset="0"/>
              </a:rPr>
              <a:t>tumor</a:t>
            </a:r>
            <a:r>
              <a:rPr lang="en-IN" sz="2000" b="1" dirty="0">
                <a:solidFill>
                  <a:schemeClr val="bg1"/>
                </a:solidFill>
                <a:latin typeface="Agency FB" panose="020B0503020202020204" pitchFamily="34" charset="0"/>
              </a:rPr>
              <a:t> tissue identification rate</a:t>
            </a:r>
            <a:r>
              <a:rPr lang="en-IN" sz="2000" dirty="0">
                <a:solidFill>
                  <a:schemeClr val="bg1"/>
                </a:solidFill>
                <a:latin typeface="Agency FB" panose="020B0503020202020204" pitchFamily="34" charset="0"/>
              </a:rPr>
              <a:t> for one representative brain image. </a:t>
            </a:r>
          </a:p>
          <a:p>
            <a:pPr lvl="0"/>
            <a:r>
              <a:rPr lang="en-IN" sz="2000" b="1" dirty="0">
                <a:solidFill>
                  <a:schemeClr val="bg1"/>
                </a:solidFill>
                <a:latin typeface="Agency FB" panose="020B0503020202020204" pitchFamily="34" charset="0"/>
              </a:rPr>
              <a:t>99.80% </a:t>
            </a:r>
            <a:r>
              <a:rPr lang="en-IN" sz="2000" b="1" dirty="0" err="1">
                <a:solidFill>
                  <a:schemeClr val="bg1"/>
                </a:solidFill>
                <a:latin typeface="Agency FB" panose="020B0503020202020204" pitchFamily="34" charset="0"/>
              </a:rPr>
              <a:t>tumor</a:t>
            </a:r>
            <a:r>
              <a:rPr lang="en-IN" sz="2000" b="1" dirty="0">
                <a:solidFill>
                  <a:schemeClr val="bg1"/>
                </a:solidFill>
                <a:latin typeface="Agency FB" panose="020B0503020202020204" pitchFamily="34" charset="0"/>
              </a:rPr>
              <a:t> tissue identification rate</a:t>
            </a:r>
            <a:r>
              <a:rPr lang="en-IN" sz="2000" dirty="0">
                <a:solidFill>
                  <a:schemeClr val="bg1"/>
                </a:solidFill>
                <a:latin typeface="Agency FB" panose="020B0503020202020204" pitchFamily="34" charset="0"/>
              </a:rPr>
              <a:t> for another representative brain image. </a:t>
            </a:r>
          </a:p>
          <a:p>
            <a:r>
              <a:rPr lang="en-IN" sz="2000" dirty="0">
                <a:solidFill>
                  <a:schemeClr val="bg1"/>
                </a:solidFill>
                <a:latin typeface="Agency FB" panose="020B0503020202020204" pitchFamily="34" charset="0"/>
              </a:rPr>
              <a:t>The authors use these results to support the advantage of DMCA for brain cancer diagnosis.</a:t>
            </a:r>
          </a:p>
          <a:p>
            <a:endParaRPr lang="en-IN" dirty="0">
              <a:solidFill>
                <a:schemeClr val="bg1"/>
              </a:solidFill>
              <a:latin typeface="Agency FB" panose="020B0503020202020204" pitchFamily="34" charset="0"/>
            </a:endParaRPr>
          </a:p>
          <a:p>
            <a:endParaRPr lang="en-IN" dirty="0">
              <a:solidFill>
                <a:schemeClr val="bg1"/>
              </a:solidFill>
              <a:latin typeface="Agency FB" panose="020B0503020202020204" pitchFamily="34" charset="0"/>
            </a:endParaRPr>
          </a:p>
          <a:p>
            <a:pPr algn="ctr"/>
            <a:r>
              <a:rPr lang="en-IN" sz="2400" b="1" dirty="0">
                <a:solidFill>
                  <a:schemeClr val="bg1"/>
                </a:solidFill>
                <a:latin typeface="Agency FB" panose="020B0503020202020204" pitchFamily="34" charset="0"/>
              </a:rPr>
              <a:t>The paper reports that the full DMCA achieves better performance than the version without the cosine margin, supporting the effectiveness of the margin cosine constraint.</a:t>
            </a:r>
          </a:p>
          <a:p>
            <a:endParaRPr lang="en-IN" dirty="0"/>
          </a:p>
        </p:txBody>
      </p:sp>
    </p:spTree>
    <p:extLst>
      <p:ext uri="{BB962C8B-B14F-4D97-AF65-F5344CB8AC3E}">
        <p14:creationId xmlns:p14="http://schemas.microsoft.com/office/powerpoint/2010/main" val="1076979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FFCB67C-9FF7-CD1D-2B74-19914846DD4D}"/>
              </a:ext>
            </a:extLst>
          </p:cNvPr>
          <p:cNvGrpSpPr/>
          <p:nvPr/>
        </p:nvGrpSpPr>
        <p:grpSpPr>
          <a:xfrm>
            <a:off x="108155" y="83574"/>
            <a:ext cx="11975690" cy="6636774"/>
            <a:chOff x="108155" y="83574"/>
            <a:chExt cx="11975690" cy="6636774"/>
          </a:xfrm>
        </p:grpSpPr>
        <p:sp>
          <p:nvSpPr>
            <p:cNvPr id="3" name="Frame 2">
              <a:extLst>
                <a:ext uri="{FF2B5EF4-FFF2-40B4-BE49-F238E27FC236}">
                  <a16:creationId xmlns:a16="http://schemas.microsoft.com/office/drawing/2014/main" id="{1A17F2E9-4979-123B-E8E8-238E2E4843C4}"/>
                </a:ext>
              </a:extLst>
            </p:cNvPr>
            <p:cNvSpPr/>
            <p:nvPr/>
          </p:nvSpPr>
          <p:spPr>
            <a:xfrm>
              <a:off x="108155" y="83574"/>
              <a:ext cx="11975690" cy="6636774"/>
            </a:xfrm>
            <a:prstGeom prst="frame">
              <a:avLst>
                <a:gd name="adj1" fmla="val 94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sp>
          <p:nvSpPr>
            <p:cNvPr id="4" name="Frame 3">
              <a:extLst>
                <a:ext uri="{FF2B5EF4-FFF2-40B4-BE49-F238E27FC236}">
                  <a16:creationId xmlns:a16="http://schemas.microsoft.com/office/drawing/2014/main" id="{D06C3F36-0BB7-09DC-983B-1F3D158B127D}"/>
                </a:ext>
              </a:extLst>
            </p:cNvPr>
            <p:cNvSpPr/>
            <p:nvPr/>
          </p:nvSpPr>
          <p:spPr>
            <a:xfrm>
              <a:off x="226142" y="176205"/>
              <a:ext cx="11759381" cy="6451512"/>
            </a:xfrm>
            <a:prstGeom prst="frame">
              <a:avLst>
                <a:gd name="adj1" fmla="val 944"/>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grpSp>
        <p:nvGrpSpPr>
          <p:cNvPr id="5" name="Group 4">
            <a:extLst>
              <a:ext uri="{FF2B5EF4-FFF2-40B4-BE49-F238E27FC236}">
                <a16:creationId xmlns:a16="http://schemas.microsoft.com/office/drawing/2014/main" id="{AF8C5118-A30A-D53C-917E-A7FEC8EB8043}"/>
              </a:ext>
            </a:extLst>
          </p:cNvPr>
          <p:cNvGrpSpPr/>
          <p:nvPr/>
        </p:nvGrpSpPr>
        <p:grpSpPr>
          <a:xfrm>
            <a:off x="1583511" y="442809"/>
            <a:ext cx="8897676" cy="793128"/>
            <a:chOff x="4881714" y="4087647"/>
            <a:chExt cx="2428568" cy="533513"/>
          </a:xfrm>
        </p:grpSpPr>
        <p:sp>
          <p:nvSpPr>
            <p:cNvPr id="6" name="TextBox 5">
              <a:extLst>
                <a:ext uri="{FF2B5EF4-FFF2-40B4-BE49-F238E27FC236}">
                  <a16:creationId xmlns:a16="http://schemas.microsoft.com/office/drawing/2014/main" id="{A700A5EA-8CAE-7543-ED63-030850D79683}"/>
                </a:ext>
              </a:extLst>
            </p:cNvPr>
            <p:cNvSpPr txBox="1"/>
            <p:nvPr/>
          </p:nvSpPr>
          <p:spPr>
            <a:xfrm>
              <a:off x="4881714" y="4148472"/>
              <a:ext cx="2428568" cy="434767"/>
            </a:xfrm>
            <a:prstGeom prst="rect">
              <a:avLst/>
            </a:prstGeom>
            <a:noFill/>
          </p:spPr>
          <p:txBody>
            <a:bodyPr wrap="square" rtlCol="0">
              <a:spAutoFit/>
            </a:bodyPr>
            <a:lstStyle/>
            <a:p>
              <a:pPr algn="ctr"/>
              <a:r>
                <a:rPr lang="en-IN" sz="3600" b="1" dirty="0">
                  <a:solidFill>
                    <a:schemeClr val="bg1"/>
                  </a:solidFill>
                  <a:latin typeface="Agency FB" panose="020B0503020202020204" pitchFamily="34" charset="0"/>
                </a:rPr>
                <a:t>Conclusion</a:t>
              </a:r>
            </a:p>
          </p:txBody>
        </p:sp>
        <p:sp>
          <p:nvSpPr>
            <p:cNvPr id="7" name="Frame 6">
              <a:extLst>
                <a:ext uri="{FF2B5EF4-FFF2-40B4-BE49-F238E27FC236}">
                  <a16:creationId xmlns:a16="http://schemas.microsoft.com/office/drawing/2014/main" id="{E60FFA4E-65DB-8A57-E397-58651B7D2ED4}"/>
                </a:ext>
              </a:extLst>
            </p:cNvPr>
            <p:cNvSpPr/>
            <p:nvPr/>
          </p:nvSpPr>
          <p:spPr>
            <a:xfrm>
              <a:off x="5191432" y="4087647"/>
              <a:ext cx="1779639" cy="533513"/>
            </a:xfrm>
            <a:prstGeom prst="frame">
              <a:avLst>
                <a:gd name="adj1" fmla="val 972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endParaRPr>
            </a:p>
          </p:txBody>
        </p:sp>
      </p:grpSp>
      <p:sp>
        <p:nvSpPr>
          <p:cNvPr id="11" name="TextBox 10">
            <a:extLst>
              <a:ext uri="{FF2B5EF4-FFF2-40B4-BE49-F238E27FC236}">
                <a16:creationId xmlns:a16="http://schemas.microsoft.com/office/drawing/2014/main" id="{424C418D-E4C2-943A-4350-D40012527287}"/>
              </a:ext>
            </a:extLst>
          </p:cNvPr>
          <p:cNvSpPr txBox="1"/>
          <p:nvPr/>
        </p:nvSpPr>
        <p:spPr>
          <a:xfrm>
            <a:off x="928165" y="1502541"/>
            <a:ext cx="11348720" cy="1200329"/>
          </a:xfrm>
          <a:prstGeom prst="rect">
            <a:avLst/>
          </a:prstGeom>
          <a:noFill/>
        </p:spPr>
        <p:txBody>
          <a:bodyPr wrap="square" rtlCol="0">
            <a:spAutoFit/>
          </a:bodyPr>
          <a:lstStyle/>
          <a:p>
            <a:r>
              <a:rPr lang="en-IN" sz="2400" b="1" dirty="0">
                <a:solidFill>
                  <a:schemeClr val="bg1"/>
                </a:solidFill>
                <a:latin typeface="Agency FB" panose="020B0503020202020204" pitchFamily="34" charset="0"/>
              </a:rPr>
              <a:t>The central idea of DMCA is to learn deep hyperspectral features that not only represent the input effectively, but are also sparse, discriminative, and explicitly compatible with the final classifier.</a:t>
            </a:r>
          </a:p>
          <a:p>
            <a:endParaRPr lang="en-IN" sz="2400" b="1" dirty="0">
              <a:solidFill>
                <a:schemeClr val="bg1"/>
              </a:solidFill>
              <a:latin typeface="Agency FB" panose="020B0503020202020204" pitchFamily="34" charset="0"/>
            </a:endParaRPr>
          </a:p>
        </p:txBody>
      </p:sp>
      <p:sp>
        <p:nvSpPr>
          <p:cNvPr id="12" name="Rectangle 11">
            <a:extLst>
              <a:ext uri="{FF2B5EF4-FFF2-40B4-BE49-F238E27FC236}">
                <a16:creationId xmlns:a16="http://schemas.microsoft.com/office/drawing/2014/main" id="{EABFEA1A-A646-82F0-303A-CE872D1FF048}"/>
              </a:ext>
            </a:extLst>
          </p:cNvPr>
          <p:cNvSpPr/>
          <p:nvPr/>
        </p:nvSpPr>
        <p:spPr>
          <a:xfrm>
            <a:off x="775601" y="1404959"/>
            <a:ext cx="108483" cy="102616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mc:AlternateContent xmlns:mc="http://schemas.openxmlformats.org/markup-compatibility/2006" xmlns:a14="http://schemas.microsoft.com/office/drawing/2010/main">
        <mc:Choice Requires="a14">
          <p:graphicFrame>
            <p:nvGraphicFramePr>
              <p:cNvPr id="13" name="Diagram 12">
                <a:extLst>
                  <a:ext uri="{FF2B5EF4-FFF2-40B4-BE49-F238E27FC236}">
                    <a16:creationId xmlns:a16="http://schemas.microsoft.com/office/drawing/2014/main" id="{F7972739-00CF-8613-A0DF-E5E15A9185DF}"/>
                  </a:ext>
                </a:extLst>
              </p:cNvPr>
              <p:cNvGraphicFramePr/>
              <p:nvPr>
                <p:extLst>
                  <p:ext uri="{D42A27DB-BD31-4B8C-83A1-F6EECF244321}">
                    <p14:modId xmlns:p14="http://schemas.microsoft.com/office/powerpoint/2010/main" val="4058128462"/>
                  </p:ext>
                </p:extLst>
              </p:nvPr>
            </p:nvGraphicFramePr>
            <p:xfrm>
              <a:off x="1039457" y="2598530"/>
              <a:ext cx="10113086" cy="37296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Choice>
        <mc:Fallback xmlns="">
          <p:graphicFrame>
            <p:nvGraphicFramePr>
              <p:cNvPr id="13" name="Diagram 12">
                <a:extLst>
                  <a:ext uri="{FF2B5EF4-FFF2-40B4-BE49-F238E27FC236}">
                    <a16:creationId xmlns:a16="http://schemas.microsoft.com/office/drawing/2014/main" id="{F7972739-00CF-8613-A0DF-E5E15A9185DF}"/>
                  </a:ext>
                </a:extLst>
              </p:cNvPr>
              <p:cNvGraphicFramePr/>
              <p:nvPr>
                <p:extLst>
                  <p:ext uri="{D42A27DB-BD31-4B8C-83A1-F6EECF244321}">
                    <p14:modId xmlns:p14="http://schemas.microsoft.com/office/powerpoint/2010/main" val="4058128462"/>
                  </p:ext>
                </p:extLst>
              </p:nvPr>
            </p:nvGraphicFramePr>
            <p:xfrm>
              <a:off x="1039457" y="2598530"/>
              <a:ext cx="10113086" cy="3729634"/>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mc:Fallback>
      </mc:AlternateContent>
    </p:spTree>
    <p:extLst>
      <p:ext uri="{BB962C8B-B14F-4D97-AF65-F5344CB8AC3E}">
        <p14:creationId xmlns:p14="http://schemas.microsoft.com/office/powerpoint/2010/main" val="14494922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TotalTime>
  <Words>2144</Words>
  <Application>Microsoft Office PowerPoint</Application>
  <PresentationFormat>Widescreen</PresentationFormat>
  <Paragraphs>212</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Agency FB</vt:lpstr>
      <vt:lpstr>Aptos</vt:lpstr>
      <vt:lpstr>Aptos Display</vt:lpstr>
      <vt:lpstr>Arial</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Sarthak Tomar</dc:creator>
  <cp:lastModifiedBy>Sarthak Tomar</cp:lastModifiedBy>
  <cp:revision>1</cp:revision>
  <dcterms:created xsi:type="dcterms:W3CDTF">2026-09-02T14:33:43Z</dcterms:created>
  <dcterms:modified xsi:type="dcterms:W3CDTF">2026-09-03T05:49:02Z</dcterms:modified>
</cp:coreProperties>
</file>